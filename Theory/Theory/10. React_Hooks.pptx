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2555E5-425F-D70B-6D9C-DAA912194560}" v="141" dt="2024-03-17T11:38:22.175"/>
    <p1510:client id="{97CC1986-C872-B694-3248-2AC908B1438B}" v="2" dt="2024-03-17T12:13:19.841"/>
    <p1510:client id="{9F38BA88-5845-9235-06CA-DAFC4F1A2035}" v="241" dt="2024-03-17T11:59:12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mal S" userId="S::komal.s@pdpu.ac.in::4fb1efaf-2c62-41e6-8bfb-06ab709e1c9f" providerId="AD" clId="Web-{9F38BA88-5845-9235-06CA-DAFC4F1A2035}"/>
    <pc:docChg chg="addSld delSld modSld">
      <pc:chgData name="Komal S" userId="S::komal.s@pdpu.ac.in::4fb1efaf-2c62-41e6-8bfb-06ab709e1c9f" providerId="AD" clId="Web-{9F38BA88-5845-9235-06CA-DAFC4F1A2035}" dt="2024-03-17T11:59:12.982" v="202" actId="20577"/>
      <pc:docMkLst>
        <pc:docMk/>
      </pc:docMkLst>
      <pc:sldChg chg="modSp">
        <pc:chgData name="Komal S" userId="S::komal.s@pdpu.ac.in::4fb1efaf-2c62-41e6-8bfb-06ab709e1c9f" providerId="AD" clId="Web-{9F38BA88-5845-9235-06CA-DAFC4F1A2035}" dt="2024-03-17T11:57:05.401" v="189" actId="20577"/>
        <pc:sldMkLst>
          <pc:docMk/>
          <pc:sldMk cId="109857222" sldId="256"/>
        </pc:sldMkLst>
        <pc:spChg chg="mod">
          <ac:chgData name="Komal S" userId="S::komal.s@pdpu.ac.in::4fb1efaf-2c62-41e6-8bfb-06ab709e1c9f" providerId="AD" clId="Web-{9F38BA88-5845-9235-06CA-DAFC4F1A2035}" dt="2024-03-17T11:56:53.354" v="18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Komal S" userId="S::komal.s@pdpu.ac.in::4fb1efaf-2c62-41e6-8bfb-06ab709e1c9f" providerId="AD" clId="Web-{9F38BA88-5845-9235-06CA-DAFC4F1A2035}" dt="2024-03-17T11:57:05.401" v="189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Komal S" userId="S::komal.s@pdpu.ac.in::4fb1efaf-2c62-41e6-8bfb-06ab709e1c9f" providerId="AD" clId="Web-{9F38BA88-5845-9235-06CA-DAFC4F1A2035}" dt="2024-03-17T11:58:39.060" v="197" actId="20577"/>
        <pc:sldMkLst>
          <pc:docMk/>
          <pc:sldMk cId="204017968" sldId="257"/>
        </pc:sldMkLst>
        <pc:spChg chg="mod">
          <ac:chgData name="Komal S" userId="S::komal.s@pdpu.ac.in::4fb1efaf-2c62-41e6-8bfb-06ab709e1c9f" providerId="AD" clId="Web-{9F38BA88-5845-9235-06CA-DAFC4F1A2035}" dt="2024-03-17T11:58:39.060" v="197" actId="20577"/>
          <ac:spMkLst>
            <pc:docMk/>
            <pc:sldMk cId="204017968" sldId="257"/>
            <ac:spMk id="2" creationId="{06C8088D-2EE0-E6BA-B677-BBFBCC98E160}"/>
          </ac:spMkLst>
        </pc:spChg>
      </pc:sldChg>
      <pc:sldChg chg="del">
        <pc:chgData name="Komal S" userId="S::komal.s@pdpu.ac.in::4fb1efaf-2c62-41e6-8bfb-06ab709e1c9f" providerId="AD" clId="Web-{9F38BA88-5845-9235-06CA-DAFC4F1A2035}" dt="2024-03-17T11:58:06.762" v="190"/>
        <pc:sldMkLst>
          <pc:docMk/>
          <pc:sldMk cId="3919437650" sldId="260"/>
        </pc:sldMkLst>
      </pc:sldChg>
      <pc:sldChg chg="modSp">
        <pc:chgData name="Komal S" userId="S::komal.s@pdpu.ac.in::4fb1efaf-2c62-41e6-8bfb-06ab709e1c9f" providerId="AD" clId="Web-{9F38BA88-5845-9235-06CA-DAFC4F1A2035}" dt="2024-03-17T11:59:12.982" v="202" actId="20577"/>
        <pc:sldMkLst>
          <pc:docMk/>
          <pc:sldMk cId="4132961929" sldId="262"/>
        </pc:sldMkLst>
        <pc:spChg chg="mod">
          <ac:chgData name="Komal S" userId="S::komal.s@pdpu.ac.in::4fb1efaf-2c62-41e6-8bfb-06ab709e1c9f" providerId="AD" clId="Web-{9F38BA88-5845-9235-06CA-DAFC4F1A2035}" dt="2024-03-17T11:59:12.982" v="202" actId="20577"/>
          <ac:spMkLst>
            <pc:docMk/>
            <pc:sldMk cId="4132961929" sldId="262"/>
            <ac:spMk id="2" creationId="{93135AB4-1E1E-6582-0378-B359B73DDACF}"/>
          </ac:spMkLst>
        </pc:spChg>
        <pc:spChg chg="mod">
          <ac:chgData name="Komal S" userId="S::komal.s@pdpu.ac.in::4fb1efaf-2c62-41e6-8bfb-06ab709e1c9f" providerId="AD" clId="Web-{9F38BA88-5845-9235-06CA-DAFC4F1A2035}" dt="2024-03-17T11:59:07.857" v="200" actId="20577"/>
          <ac:spMkLst>
            <pc:docMk/>
            <pc:sldMk cId="4132961929" sldId="262"/>
            <ac:spMk id="3" creationId="{761F5728-FA37-2037-6ABC-8F6C5FD1FEE7}"/>
          </ac:spMkLst>
        </pc:spChg>
      </pc:sldChg>
      <pc:sldChg chg="modSp">
        <pc:chgData name="Komal S" userId="S::komal.s@pdpu.ac.in::4fb1efaf-2c62-41e6-8bfb-06ab709e1c9f" providerId="AD" clId="Web-{9F38BA88-5845-9235-06CA-DAFC4F1A2035}" dt="2024-03-17T11:40:15.891" v="32" actId="20577"/>
        <pc:sldMkLst>
          <pc:docMk/>
          <pc:sldMk cId="366344331" sldId="263"/>
        </pc:sldMkLst>
        <pc:spChg chg="mod">
          <ac:chgData name="Komal S" userId="S::komal.s@pdpu.ac.in::4fb1efaf-2c62-41e6-8bfb-06ab709e1c9f" providerId="AD" clId="Web-{9F38BA88-5845-9235-06CA-DAFC4F1A2035}" dt="2024-03-17T11:39:26.843" v="16" actId="20577"/>
          <ac:spMkLst>
            <pc:docMk/>
            <pc:sldMk cId="366344331" sldId="263"/>
            <ac:spMk id="2" creationId="{06149A55-9BF8-0A5D-8ACC-9EFA1AC47AC0}"/>
          </ac:spMkLst>
        </pc:spChg>
        <pc:spChg chg="mod">
          <ac:chgData name="Komal S" userId="S::komal.s@pdpu.ac.in::4fb1efaf-2c62-41e6-8bfb-06ab709e1c9f" providerId="AD" clId="Web-{9F38BA88-5845-9235-06CA-DAFC4F1A2035}" dt="2024-03-17T11:40:15.891" v="32" actId="20577"/>
          <ac:spMkLst>
            <pc:docMk/>
            <pc:sldMk cId="366344331" sldId="263"/>
            <ac:spMk id="3" creationId="{DF5D2F66-0626-5E3A-E1B6-FE9AE742E6A3}"/>
          </ac:spMkLst>
        </pc:spChg>
      </pc:sldChg>
      <pc:sldChg chg="modSp">
        <pc:chgData name="Komal S" userId="S::komal.s@pdpu.ac.in::4fb1efaf-2c62-41e6-8bfb-06ab709e1c9f" providerId="AD" clId="Web-{9F38BA88-5845-9235-06CA-DAFC4F1A2035}" dt="2024-03-17T11:39:05.420" v="11" actId="20577"/>
        <pc:sldMkLst>
          <pc:docMk/>
          <pc:sldMk cId="1407865844" sldId="264"/>
        </pc:sldMkLst>
        <pc:spChg chg="mod">
          <ac:chgData name="Komal S" userId="S::komal.s@pdpu.ac.in::4fb1efaf-2c62-41e6-8bfb-06ab709e1c9f" providerId="AD" clId="Web-{9F38BA88-5845-9235-06CA-DAFC4F1A2035}" dt="2024-03-17T11:38:50.982" v="5" actId="20577"/>
          <ac:spMkLst>
            <pc:docMk/>
            <pc:sldMk cId="1407865844" sldId="264"/>
            <ac:spMk id="2" creationId="{4025B06D-8A8E-CA3A-9063-64FA4D7CE50A}"/>
          </ac:spMkLst>
        </pc:spChg>
        <pc:spChg chg="mod">
          <ac:chgData name="Komal S" userId="S::komal.s@pdpu.ac.in::4fb1efaf-2c62-41e6-8bfb-06ab709e1c9f" providerId="AD" clId="Web-{9F38BA88-5845-9235-06CA-DAFC4F1A2035}" dt="2024-03-17T11:39:05.420" v="11" actId="20577"/>
          <ac:spMkLst>
            <pc:docMk/>
            <pc:sldMk cId="1407865844" sldId="264"/>
            <ac:spMk id="3" creationId="{011B6B8A-2A29-D446-3986-0B7DBDB5F572}"/>
          </ac:spMkLst>
        </pc:spChg>
      </pc:sldChg>
      <pc:sldChg chg="modSp new">
        <pc:chgData name="Komal S" userId="S::komal.s@pdpu.ac.in::4fb1efaf-2c62-41e6-8bfb-06ab709e1c9f" providerId="AD" clId="Web-{9F38BA88-5845-9235-06CA-DAFC4F1A2035}" dt="2024-03-17T11:43:19.364" v="56" actId="20577"/>
        <pc:sldMkLst>
          <pc:docMk/>
          <pc:sldMk cId="2204437740" sldId="265"/>
        </pc:sldMkLst>
        <pc:spChg chg="mod">
          <ac:chgData name="Komal S" userId="S::komal.s@pdpu.ac.in::4fb1efaf-2c62-41e6-8bfb-06ab709e1c9f" providerId="AD" clId="Web-{9F38BA88-5845-9235-06CA-DAFC4F1A2035}" dt="2024-03-17T11:40:31.844" v="35" actId="20577"/>
          <ac:spMkLst>
            <pc:docMk/>
            <pc:sldMk cId="2204437740" sldId="265"/>
            <ac:spMk id="2" creationId="{980183D3-9666-5893-E09A-AB7FDA6A1547}"/>
          </ac:spMkLst>
        </pc:spChg>
        <pc:spChg chg="mod">
          <ac:chgData name="Komal S" userId="S::komal.s@pdpu.ac.in::4fb1efaf-2c62-41e6-8bfb-06ab709e1c9f" providerId="AD" clId="Web-{9F38BA88-5845-9235-06CA-DAFC4F1A2035}" dt="2024-03-17T11:43:19.364" v="56" actId="20577"/>
          <ac:spMkLst>
            <pc:docMk/>
            <pc:sldMk cId="2204437740" sldId="265"/>
            <ac:spMk id="3" creationId="{32ADCCD7-FC89-FFD0-9C4D-10CED24171B6}"/>
          </ac:spMkLst>
        </pc:spChg>
      </pc:sldChg>
      <pc:sldChg chg="modSp new">
        <pc:chgData name="Komal S" userId="S::komal.s@pdpu.ac.in::4fb1efaf-2c62-41e6-8bfb-06ab709e1c9f" providerId="AD" clId="Web-{9F38BA88-5845-9235-06CA-DAFC4F1A2035}" dt="2024-03-17T11:44:15.694" v="63" actId="20577"/>
        <pc:sldMkLst>
          <pc:docMk/>
          <pc:sldMk cId="883420821" sldId="266"/>
        </pc:sldMkLst>
        <pc:spChg chg="mod">
          <ac:chgData name="Komal S" userId="S::komal.s@pdpu.ac.in::4fb1efaf-2c62-41e6-8bfb-06ab709e1c9f" providerId="AD" clId="Web-{9F38BA88-5845-9235-06CA-DAFC4F1A2035}" dt="2024-03-17T11:44:15.694" v="63" actId="20577"/>
          <ac:spMkLst>
            <pc:docMk/>
            <pc:sldMk cId="883420821" sldId="266"/>
            <ac:spMk id="3" creationId="{1A9BBE62-CC4A-A7A6-5540-21ED143630EA}"/>
          </ac:spMkLst>
        </pc:spChg>
      </pc:sldChg>
      <pc:sldChg chg="modSp new">
        <pc:chgData name="Komal S" userId="S::komal.s@pdpu.ac.in::4fb1efaf-2c62-41e6-8bfb-06ab709e1c9f" providerId="AD" clId="Web-{9F38BA88-5845-9235-06CA-DAFC4F1A2035}" dt="2024-03-17T11:44:32.991" v="75" actId="20577"/>
        <pc:sldMkLst>
          <pc:docMk/>
          <pc:sldMk cId="180706478" sldId="267"/>
        </pc:sldMkLst>
        <pc:spChg chg="mod">
          <ac:chgData name="Komal S" userId="S::komal.s@pdpu.ac.in::4fb1efaf-2c62-41e6-8bfb-06ab709e1c9f" providerId="AD" clId="Web-{9F38BA88-5845-9235-06CA-DAFC4F1A2035}" dt="2024-03-17T11:44:32.991" v="75" actId="20577"/>
          <ac:spMkLst>
            <pc:docMk/>
            <pc:sldMk cId="180706478" sldId="267"/>
            <ac:spMk id="2" creationId="{83C013EA-9D25-128B-793C-3E8352D3700A}"/>
          </ac:spMkLst>
        </pc:spChg>
        <pc:spChg chg="mod">
          <ac:chgData name="Komal S" userId="S::komal.s@pdpu.ac.in::4fb1efaf-2c62-41e6-8bfb-06ab709e1c9f" providerId="AD" clId="Web-{9F38BA88-5845-9235-06CA-DAFC4F1A2035}" dt="2024-03-17T11:44:28.413" v="73" actId="20577"/>
          <ac:spMkLst>
            <pc:docMk/>
            <pc:sldMk cId="180706478" sldId="267"/>
            <ac:spMk id="3" creationId="{11C9E245-F0A6-096D-6EF3-6F29DF6026E0}"/>
          </ac:spMkLst>
        </pc:spChg>
      </pc:sldChg>
      <pc:sldChg chg="modSp new">
        <pc:chgData name="Komal S" userId="S::komal.s@pdpu.ac.in::4fb1efaf-2c62-41e6-8bfb-06ab709e1c9f" providerId="AD" clId="Web-{9F38BA88-5845-9235-06CA-DAFC4F1A2035}" dt="2024-03-17T11:45:17.633" v="90" actId="20577"/>
        <pc:sldMkLst>
          <pc:docMk/>
          <pc:sldMk cId="1388646350" sldId="268"/>
        </pc:sldMkLst>
        <pc:spChg chg="mod">
          <ac:chgData name="Komal S" userId="S::komal.s@pdpu.ac.in::4fb1efaf-2c62-41e6-8bfb-06ab709e1c9f" providerId="AD" clId="Web-{9F38BA88-5845-9235-06CA-DAFC4F1A2035}" dt="2024-03-17T11:45:17.633" v="90" actId="20577"/>
          <ac:spMkLst>
            <pc:docMk/>
            <pc:sldMk cId="1388646350" sldId="268"/>
            <ac:spMk id="3" creationId="{572BB756-5980-575C-BFAE-BF6752777C77}"/>
          </ac:spMkLst>
        </pc:spChg>
      </pc:sldChg>
      <pc:sldChg chg="modSp new">
        <pc:chgData name="Komal S" userId="S::komal.s@pdpu.ac.in::4fb1efaf-2c62-41e6-8bfb-06ab709e1c9f" providerId="AD" clId="Web-{9F38BA88-5845-9235-06CA-DAFC4F1A2035}" dt="2024-03-17T11:46:26.447" v="97" actId="20577"/>
        <pc:sldMkLst>
          <pc:docMk/>
          <pc:sldMk cId="3317852515" sldId="269"/>
        </pc:sldMkLst>
        <pc:spChg chg="mod">
          <ac:chgData name="Komal S" userId="S::komal.s@pdpu.ac.in::4fb1efaf-2c62-41e6-8bfb-06ab709e1c9f" providerId="AD" clId="Web-{9F38BA88-5845-9235-06CA-DAFC4F1A2035}" dt="2024-03-17T11:45:32.618" v="93" actId="20577"/>
          <ac:spMkLst>
            <pc:docMk/>
            <pc:sldMk cId="3317852515" sldId="269"/>
            <ac:spMk id="2" creationId="{107DB837-C9A9-8324-9D08-A13EC836C512}"/>
          </ac:spMkLst>
        </pc:spChg>
        <pc:spChg chg="mod">
          <ac:chgData name="Komal S" userId="S::komal.s@pdpu.ac.in::4fb1efaf-2c62-41e6-8bfb-06ab709e1c9f" providerId="AD" clId="Web-{9F38BA88-5845-9235-06CA-DAFC4F1A2035}" dt="2024-03-17T11:46:26.447" v="97" actId="20577"/>
          <ac:spMkLst>
            <pc:docMk/>
            <pc:sldMk cId="3317852515" sldId="269"/>
            <ac:spMk id="3" creationId="{A7780C79-B559-D7C7-EC3D-EC7099789997}"/>
          </ac:spMkLst>
        </pc:spChg>
      </pc:sldChg>
      <pc:sldChg chg="modSp new">
        <pc:chgData name="Komal S" userId="S::komal.s@pdpu.ac.in::4fb1efaf-2c62-41e6-8bfb-06ab709e1c9f" providerId="AD" clId="Web-{9F38BA88-5845-9235-06CA-DAFC4F1A2035}" dt="2024-03-17T11:50:19.969" v="118" actId="20577"/>
        <pc:sldMkLst>
          <pc:docMk/>
          <pc:sldMk cId="2519937858" sldId="270"/>
        </pc:sldMkLst>
        <pc:spChg chg="mod">
          <ac:chgData name="Komal S" userId="S::komal.s@pdpu.ac.in::4fb1efaf-2c62-41e6-8bfb-06ab709e1c9f" providerId="AD" clId="Web-{9F38BA88-5845-9235-06CA-DAFC4F1A2035}" dt="2024-03-17T11:49:41.280" v="108" actId="20577"/>
          <ac:spMkLst>
            <pc:docMk/>
            <pc:sldMk cId="2519937858" sldId="270"/>
            <ac:spMk id="2" creationId="{B6B44B60-9067-528D-7E06-9A97EB88C154}"/>
          </ac:spMkLst>
        </pc:spChg>
        <pc:spChg chg="mod">
          <ac:chgData name="Komal S" userId="S::komal.s@pdpu.ac.in::4fb1efaf-2c62-41e6-8bfb-06ab709e1c9f" providerId="AD" clId="Web-{9F38BA88-5845-9235-06CA-DAFC4F1A2035}" dt="2024-03-17T11:50:19.969" v="118" actId="20577"/>
          <ac:spMkLst>
            <pc:docMk/>
            <pc:sldMk cId="2519937858" sldId="270"/>
            <ac:spMk id="3" creationId="{D59F7B2B-EFC7-4EC4-E353-01204894D773}"/>
          </ac:spMkLst>
        </pc:spChg>
      </pc:sldChg>
      <pc:sldChg chg="modSp new">
        <pc:chgData name="Komal S" userId="S::komal.s@pdpu.ac.in::4fb1efaf-2c62-41e6-8bfb-06ab709e1c9f" providerId="AD" clId="Web-{9F38BA88-5845-9235-06CA-DAFC4F1A2035}" dt="2024-03-17T11:50:39.579" v="123" actId="20577"/>
        <pc:sldMkLst>
          <pc:docMk/>
          <pc:sldMk cId="909092018" sldId="271"/>
        </pc:sldMkLst>
        <pc:spChg chg="mod">
          <ac:chgData name="Komal S" userId="S::komal.s@pdpu.ac.in::4fb1efaf-2c62-41e6-8bfb-06ab709e1c9f" providerId="AD" clId="Web-{9F38BA88-5845-9235-06CA-DAFC4F1A2035}" dt="2024-03-17T11:50:39.579" v="123" actId="20577"/>
          <ac:spMkLst>
            <pc:docMk/>
            <pc:sldMk cId="909092018" sldId="271"/>
            <ac:spMk id="3" creationId="{5A1E5410-5D1D-72DD-A835-939D3171972D}"/>
          </ac:spMkLst>
        </pc:spChg>
      </pc:sldChg>
      <pc:sldChg chg="modSp new">
        <pc:chgData name="Komal S" userId="S::komal.s@pdpu.ac.in::4fb1efaf-2c62-41e6-8bfb-06ab709e1c9f" providerId="AD" clId="Web-{9F38BA88-5845-9235-06CA-DAFC4F1A2035}" dt="2024-03-17T11:52:14.987" v="134" actId="20577"/>
        <pc:sldMkLst>
          <pc:docMk/>
          <pc:sldMk cId="2138503150" sldId="272"/>
        </pc:sldMkLst>
        <pc:spChg chg="mod">
          <ac:chgData name="Komal S" userId="S::komal.s@pdpu.ac.in::4fb1efaf-2c62-41e6-8bfb-06ab709e1c9f" providerId="AD" clId="Web-{9F38BA88-5845-9235-06CA-DAFC4F1A2035}" dt="2024-03-17T11:50:44.329" v="127" actId="20577"/>
          <ac:spMkLst>
            <pc:docMk/>
            <pc:sldMk cId="2138503150" sldId="272"/>
            <ac:spMk id="2" creationId="{88F79157-D689-A853-7C7A-D12B43158342}"/>
          </ac:spMkLst>
        </pc:spChg>
        <pc:spChg chg="mod">
          <ac:chgData name="Komal S" userId="S::komal.s@pdpu.ac.in::4fb1efaf-2c62-41e6-8bfb-06ab709e1c9f" providerId="AD" clId="Web-{9F38BA88-5845-9235-06CA-DAFC4F1A2035}" dt="2024-03-17T11:52:14.987" v="134" actId="20577"/>
          <ac:spMkLst>
            <pc:docMk/>
            <pc:sldMk cId="2138503150" sldId="272"/>
            <ac:spMk id="3" creationId="{8AE03164-B911-0512-FCAC-6D7E3F3692CD}"/>
          </ac:spMkLst>
        </pc:spChg>
      </pc:sldChg>
      <pc:sldChg chg="modSp new">
        <pc:chgData name="Komal S" userId="S::komal.s@pdpu.ac.in::4fb1efaf-2c62-41e6-8bfb-06ab709e1c9f" providerId="AD" clId="Web-{9F38BA88-5845-9235-06CA-DAFC4F1A2035}" dt="2024-03-17T11:52:50.551" v="155" actId="20577"/>
        <pc:sldMkLst>
          <pc:docMk/>
          <pc:sldMk cId="1685377169" sldId="273"/>
        </pc:sldMkLst>
        <pc:spChg chg="mod">
          <ac:chgData name="Komal S" userId="S::komal.s@pdpu.ac.in::4fb1efaf-2c62-41e6-8bfb-06ab709e1c9f" providerId="AD" clId="Web-{9F38BA88-5845-9235-06CA-DAFC4F1A2035}" dt="2024-03-17T11:52:21.753" v="141" actId="20577"/>
          <ac:spMkLst>
            <pc:docMk/>
            <pc:sldMk cId="1685377169" sldId="273"/>
            <ac:spMk id="2" creationId="{28132ABA-68A4-299E-2028-C0A4446451B6}"/>
          </ac:spMkLst>
        </pc:spChg>
        <pc:spChg chg="mod">
          <ac:chgData name="Komal S" userId="S::komal.s@pdpu.ac.in::4fb1efaf-2c62-41e6-8bfb-06ab709e1c9f" providerId="AD" clId="Web-{9F38BA88-5845-9235-06CA-DAFC4F1A2035}" dt="2024-03-17T11:52:50.551" v="155" actId="20577"/>
          <ac:spMkLst>
            <pc:docMk/>
            <pc:sldMk cId="1685377169" sldId="273"/>
            <ac:spMk id="3" creationId="{49B74A74-90A0-37D9-5047-0CB1C43CE0BB}"/>
          </ac:spMkLst>
        </pc:spChg>
      </pc:sldChg>
      <pc:sldChg chg="modSp new">
        <pc:chgData name="Komal S" userId="S::komal.s@pdpu.ac.in::4fb1efaf-2c62-41e6-8bfb-06ab709e1c9f" providerId="AD" clId="Web-{9F38BA88-5845-9235-06CA-DAFC4F1A2035}" dt="2024-03-17T11:54:03.740" v="162" actId="20577"/>
        <pc:sldMkLst>
          <pc:docMk/>
          <pc:sldMk cId="3915445846" sldId="274"/>
        </pc:sldMkLst>
        <pc:spChg chg="mod">
          <ac:chgData name="Komal S" userId="S::komal.s@pdpu.ac.in::4fb1efaf-2c62-41e6-8bfb-06ab709e1c9f" providerId="AD" clId="Web-{9F38BA88-5845-9235-06CA-DAFC4F1A2035}" dt="2024-03-17T11:54:03.740" v="162" actId="20577"/>
          <ac:spMkLst>
            <pc:docMk/>
            <pc:sldMk cId="3915445846" sldId="274"/>
            <ac:spMk id="3" creationId="{CC0DE971-0F8D-1E29-A653-4A42A2503AED}"/>
          </ac:spMkLst>
        </pc:spChg>
      </pc:sldChg>
      <pc:sldChg chg="modSp new">
        <pc:chgData name="Komal S" userId="S::komal.s@pdpu.ac.in::4fb1efaf-2c62-41e6-8bfb-06ab709e1c9f" providerId="AD" clId="Web-{9F38BA88-5845-9235-06CA-DAFC4F1A2035}" dt="2024-03-17T11:56:28.259" v="178" actId="20577"/>
        <pc:sldMkLst>
          <pc:docMk/>
          <pc:sldMk cId="3114965249" sldId="275"/>
        </pc:sldMkLst>
        <pc:spChg chg="mod">
          <ac:chgData name="Komal S" userId="S::komal.s@pdpu.ac.in::4fb1efaf-2c62-41e6-8bfb-06ab709e1c9f" providerId="AD" clId="Web-{9F38BA88-5845-9235-06CA-DAFC4F1A2035}" dt="2024-03-17T11:54:11.068" v="166" actId="20577"/>
          <ac:spMkLst>
            <pc:docMk/>
            <pc:sldMk cId="3114965249" sldId="275"/>
            <ac:spMk id="2" creationId="{4D1127DA-517A-9C24-E5AA-2287134DFA4F}"/>
          </ac:spMkLst>
        </pc:spChg>
        <pc:spChg chg="mod">
          <ac:chgData name="Komal S" userId="S::komal.s@pdpu.ac.in::4fb1efaf-2c62-41e6-8bfb-06ab709e1c9f" providerId="AD" clId="Web-{9F38BA88-5845-9235-06CA-DAFC4F1A2035}" dt="2024-03-17T11:56:28.259" v="178" actId="20577"/>
          <ac:spMkLst>
            <pc:docMk/>
            <pc:sldMk cId="3114965249" sldId="275"/>
            <ac:spMk id="3" creationId="{DC339193-8372-FCFD-87CA-62587B481DFD}"/>
          </ac:spMkLst>
        </pc:spChg>
      </pc:sldChg>
    </pc:docChg>
  </pc:docChgLst>
  <pc:docChgLst>
    <pc:chgData name="Komal S" userId="S::komal.s@pdpu.ac.in::4fb1efaf-2c62-41e6-8bfb-06ab709e1c9f" providerId="AD" clId="Web-{182555E5-425F-D70B-6D9C-DAA912194560}"/>
    <pc:docChg chg="addSld modSld sldOrd">
      <pc:chgData name="Komal S" userId="S::komal.s@pdpu.ac.in::4fb1efaf-2c62-41e6-8bfb-06ab709e1c9f" providerId="AD" clId="Web-{182555E5-425F-D70B-6D9C-DAA912194560}" dt="2024-03-17T11:38:22.175" v="131" actId="20577"/>
      <pc:docMkLst>
        <pc:docMk/>
      </pc:docMkLst>
      <pc:sldChg chg="modSp new">
        <pc:chgData name="Komal S" userId="S::komal.s@pdpu.ac.in::4fb1efaf-2c62-41e6-8bfb-06ab709e1c9f" providerId="AD" clId="Web-{182555E5-425F-D70B-6D9C-DAA912194560}" dt="2024-03-17T11:36:45.564" v="117" actId="20577"/>
        <pc:sldMkLst>
          <pc:docMk/>
          <pc:sldMk cId="204017968" sldId="257"/>
        </pc:sldMkLst>
        <pc:spChg chg="mod">
          <ac:chgData name="Komal S" userId="S::komal.s@pdpu.ac.in::4fb1efaf-2c62-41e6-8bfb-06ab709e1c9f" providerId="AD" clId="Web-{182555E5-425F-D70B-6D9C-DAA912194560}" dt="2024-03-17T11:36:45.564" v="117" actId="20577"/>
          <ac:spMkLst>
            <pc:docMk/>
            <pc:sldMk cId="204017968" sldId="257"/>
            <ac:spMk id="3" creationId="{4915448E-95F1-02F5-D591-0C67C36A675A}"/>
          </ac:spMkLst>
        </pc:spChg>
      </pc:sldChg>
      <pc:sldChg chg="modSp new">
        <pc:chgData name="Komal S" userId="S::komal.s@pdpu.ac.in::4fb1efaf-2c62-41e6-8bfb-06ab709e1c9f" providerId="AD" clId="Web-{182555E5-425F-D70B-6D9C-DAA912194560}" dt="2024-03-17T11:34:10.356" v="83" actId="20577"/>
        <pc:sldMkLst>
          <pc:docMk/>
          <pc:sldMk cId="1119104315" sldId="258"/>
        </pc:sldMkLst>
        <pc:spChg chg="mod">
          <ac:chgData name="Komal S" userId="S::komal.s@pdpu.ac.in::4fb1efaf-2c62-41e6-8bfb-06ab709e1c9f" providerId="AD" clId="Web-{182555E5-425F-D70B-6D9C-DAA912194560}" dt="2024-03-17T11:33:59.465" v="81" actId="20577"/>
          <ac:spMkLst>
            <pc:docMk/>
            <pc:sldMk cId="1119104315" sldId="258"/>
            <ac:spMk id="2" creationId="{D668A866-7ACD-9CA3-6F52-7E7BF9A1D0D4}"/>
          </ac:spMkLst>
        </pc:spChg>
        <pc:spChg chg="mod">
          <ac:chgData name="Komal S" userId="S::komal.s@pdpu.ac.in::4fb1efaf-2c62-41e6-8bfb-06ab709e1c9f" providerId="AD" clId="Web-{182555E5-425F-D70B-6D9C-DAA912194560}" dt="2024-03-17T11:34:10.356" v="83" actId="20577"/>
          <ac:spMkLst>
            <pc:docMk/>
            <pc:sldMk cId="1119104315" sldId="258"/>
            <ac:spMk id="3" creationId="{07C0B316-BCD4-FF41-8BF2-2C5244068318}"/>
          </ac:spMkLst>
        </pc:spChg>
      </pc:sldChg>
      <pc:sldChg chg="modSp new ord">
        <pc:chgData name="Komal S" userId="S::komal.s@pdpu.ac.in::4fb1efaf-2c62-41e6-8bfb-06ab709e1c9f" providerId="AD" clId="Web-{182555E5-425F-D70B-6D9C-DAA912194560}" dt="2024-03-17T11:33:43.856" v="79"/>
        <pc:sldMkLst>
          <pc:docMk/>
          <pc:sldMk cId="1830408747" sldId="259"/>
        </pc:sldMkLst>
        <pc:spChg chg="mod">
          <ac:chgData name="Komal S" userId="S::komal.s@pdpu.ac.in::4fb1efaf-2c62-41e6-8bfb-06ab709e1c9f" providerId="AD" clId="Web-{182555E5-425F-D70B-6D9C-DAA912194560}" dt="2024-03-17T11:31:23.183" v="69" actId="20577"/>
          <ac:spMkLst>
            <pc:docMk/>
            <pc:sldMk cId="1830408747" sldId="259"/>
            <ac:spMk id="3" creationId="{00B99F33-2921-C70C-670B-FE35DE05334F}"/>
          </ac:spMkLst>
        </pc:spChg>
      </pc:sldChg>
      <pc:sldChg chg="modSp new ord">
        <pc:chgData name="Komal S" userId="S::komal.s@pdpu.ac.in::4fb1efaf-2c62-41e6-8bfb-06ab709e1c9f" providerId="AD" clId="Web-{182555E5-425F-D70B-6D9C-DAA912194560}" dt="2024-03-17T11:33:48.699" v="80"/>
        <pc:sldMkLst>
          <pc:docMk/>
          <pc:sldMk cId="3919437650" sldId="260"/>
        </pc:sldMkLst>
        <pc:spChg chg="mod">
          <ac:chgData name="Komal S" userId="S::komal.s@pdpu.ac.in::4fb1efaf-2c62-41e6-8bfb-06ab709e1c9f" providerId="AD" clId="Web-{182555E5-425F-D70B-6D9C-DAA912194560}" dt="2024-03-17T11:31:17.042" v="66" actId="20577"/>
          <ac:spMkLst>
            <pc:docMk/>
            <pc:sldMk cId="3919437650" sldId="260"/>
            <ac:spMk id="3" creationId="{589DC028-FF77-1184-6622-E7D50DB729DB}"/>
          </ac:spMkLst>
        </pc:spChg>
      </pc:sldChg>
      <pc:sldChg chg="modSp new">
        <pc:chgData name="Komal S" userId="S::komal.s@pdpu.ac.in::4fb1efaf-2c62-41e6-8bfb-06ab709e1c9f" providerId="AD" clId="Web-{182555E5-425F-D70B-6D9C-DAA912194560}" dt="2024-03-17T11:34:22.778" v="85" actId="20577"/>
        <pc:sldMkLst>
          <pc:docMk/>
          <pc:sldMk cId="1142869307" sldId="261"/>
        </pc:sldMkLst>
        <pc:spChg chg="mod">
          <ac:chgData name="Komal S" userId="S::komal.s@pdpu.ac.in::4fb1efaf-2c62-41e6-8bfb-06ab709e1c9f" providerId="AD" clId="Web-{182555E5-425F-D70B-6D9C-DAA912194560}" dt="2024-03-17T11:34:22.778" v="85" actId="20577"/>
          <ac:spMkLst>
            <pc:docMk/>
            <pc:sldMk cId="1142869307" sldId="261"/>
            <ac:spMk id="3" creationId="{D20AB06B-A460-BDAF-D9EC-FF0315E362A4}"/>
          </ac:spMkLst>
        </pc:spChg>
      </pc:sldChg>
      <pc:sldChg chg="modSp new">
        <pc:chgData name="Komal S" userId="S::komal.s@pdpu.ac.in::4fb1efaf-2c62-41e6-8bfb-06ab709e1c9f" providerId="AD" clId="Web-{182555E5-425F-D70B-6D9C-DAA912194560}" dt="2024-03-17T11:37:32.736" v="127" actId="20577"/>
        <pc:sldMkLst>
          <pc:docMk/>
          <pc:sldMk cId="4132961929" sldId="262"/>
        </pc:sldMkLst>
        <pc:spChg chg="mod">
          <ac:chgData name="Komal S" userId="S::komal.s@pdpu.ac.in::4fb1efaf-2c62-41e6-8bfb-06ab709e1c9f" providerId="AD" clId="Web-{182555E5-425F-D70B-6D9C-DAA912194560}" dt="2024-03-17T11:37:32.736" v="127" actId="20577"/>
          <ac:spMkLst>
            <pc:docMk/>
            <pc:sldMk cId="4132961929" sldId="262"/>
            <ac:spMk id="3" creationId="{761F5728-FA37-2037-6ABC-8F6C5FD1FEE7}"/>
          </ac:spMkLst>
        </pc:spChg>
      </pc:sldChg>
      <pc:sldChg chg="new">
        <pc:chgData name="Komal S" userId="S::komal.s@pdpu.ac.in::4fb1efaf-2c62-41e6-8bfb-06ab709e1c9f" providerId="AD" clId="Web-{182555E5-425F-D70B-6D9C-DAA912194560}" dt="2024-03-17T11:37:32.970" v="128"/>
        <pc:sldMkLst>
          <pc:docMk/>
          <pc:sldMk cId="366344331" sldId="263"/>
        </pc:sldMkLst>
      </pc:sldChg>
      <pc:sldChg chg="modSp new">
        <pc:chgData name="Komal S" userId="S::komal.s@pdpu.ac.in::4fb1efaf-2c62-41e6-8bfb-06ab709e1c9f" providerId="AD" clId="Web-{182555E5-425F-D70B-6D9C-DAA912194560}" dt="2024-03-17T11:38:22.175" v="131" actId="20577"/>
        <pc:sldMkLst>
          <pc:docMk/>
          <pc:sldMk cId="1407865844" sldId="264"/>
        </pc:sldMkLst>
        <pc:spChg chg="mod">
          <ac:chgData name="Komal S" userId="S::komal.s@pdpu.ac.in::4fb1efaf-2c62-41e6-8bfb-06ab709e1c9f" providerId="AD" clId="Web-{182555E5-425F-D70B-6D9C-DAA912194560}" dt="2024-03-17T11:38:22.175" v="131" actId="20577"/>
          <ac:spMkLst>
            <pc:docMk/>
            <pc:sldMk cId="1407865844" sldId="264"/>
            <ac:spMk id="2" creationId="{4025B06D-8A8E-CA3A-9063-64FA4D7CE50A}"/>
          </ac:spMkLst>
        </pc:spChg>
      </pc:sldChg>
    </pc:docChg>
  </pc:docChgLst>
  <pc:docChgLst>
    <pc:chgData name="Komal S" userId="S::komal.s@pdpu.ac.in::4fb1efaf-2c62-41e6-8bfb-06ab709e1c9f" providerId="AD" clId="Web-{97CC1986-C872-B694-3248-2AC908B1438B}"/>
    <pc:docChg chg="modSld">
      <pc:chgData name="Komal S" userId="S::komal.s@pdpu.ac.in::4fb1efaf-2c62-41e6-8bfb-06ab709e1c9f" providerId="AD" clId="Web-{97CC1986-C872-B694-3248-2AC908B1438B}" dt="2024-03-17T12:13:19.825" v="1" actId="20577"/>
      <pc:docMkLst>
        <pc:docMk/>
      </pc:docMkLst>
      <pc:sldChg chg="modSp">
        <pc:chgData name="Komal S" userId="S::komal.s@pdpu.ac.in::4fb1efaf-2c62-41e6-8bfb-06ab709e1c9f" providerId="AD" clId="Web-{97CC1986-C872-B694-3248-2AC908B1438B}" dt="2024-03-17T12:13:19.825" v="1" actId="20577"/>
        <pc:sldMkLst>
          <pc:docMk/>
          <pc:sldMk cId="366344331" sldId="263"/>
        </pc:sldMkLst>
        <pc:spChg chg="mod">
          <ac:chgData name="Komal S" userId="S::komal.s@pdpu.ac.in::4fb1efaf-2c62-41e6-8bfb-06ab709e1c9f" providerId="AD" clId="Web-{97CC1986-C872-B694-3248-2AC908B1438B}" dt="2024-03-17T12:13:19.825" v="1" actId="20577"/>
          <ac:spMkLst>
            <pc:docMk/>
            <pc:sldMk cId="366344331" sldId="263"/>
            <ac:spMk id="3" creationId="{DF5D2F66-0626-5E3A-E1B6-FE9AE742E6A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Hooks in React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 </a:t>
            </a:r>
            <a:r>
              <a:rPr lang="en-US" dirty="0" smtClean="0"/>
              <a:t>Komal Singh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6C8088D-2EE0-E6BA-B677-BBFBCC98E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15448E-95F1-02F5-D591-0C67C36A6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ea typeface="+mn-lt"/>
                <a:cs typeface="Arial"/>
              </a:rPr>
              <a:t>React Hooks were introduced to address several limitations and challenges associated with class components in React. </a:t>
            </a:r>
            <a:endParaRPr lang="en-US" dirty="0"/>
          </a:p>
          <a:p>
            <a:r>
              <a:rPr lang="en-US" sz="2600" dirty="0">
                <a:solidFill>
                  <a:srgbClr val="000000"/>
                </a:solidFill>
                <a:latin typeface="Arial"/>
                <a:cs typeface="Arial"/>
              </a:rPr>
              <a:t>React Hooks are functions that enable you to use state and other React features in functional components. </a:t>
            </a:r>
            <a:endParaRPr lang="en-US" sz="260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en-US" sz="2600" dirty="0">
                <a:solidFill>
                  <a:srgbClr val="000000"/>
                </a:solidFill>
                <a:latin typeface="Arial"/>
                <a:cs typeface="Arial"/>
              </a:rPr>
              <a:t>They were introduced in React version 16.8 as a way to write reusable logic across components without the need for class components.</a:t>
            </a:r>
            <a:endParaRPr lang="en-US" sz="2600" dirty="0">
              <a:latin typeface="Arial"/>
              <a:cs typeface="Arial"/>
            </a:endParaRPr>
          </a:p>
          <a:p>
            <a:r>
              <a:rPr lang="en-US" sz="2600" dirty="0">
                <a:latin typeface="Arial"/>
                <a:cs typeface="Arial"/>
              </a:rPr>
              <a:t>Hooks are a new feature addition in React version 16.8 which allow you to use React features without having to write a class</a:t>
            </a:r>
          </a:p>
          <a:p>
            <a:r>
              <a:rPr lang="en-US" sz="2600" dirty="0">
                <a:latin typeface="Arial"/>
                <a:cs typeface="Arial"/>
              </a:rPr>
              <a:t>Ex: State of a Component</a:t>
            </a: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017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DF4AC03-6777-D382-8834-DFAF152C2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0B99F33-2921-C70C-670B-FE35DE053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Limitations of Class Components:</a:t>
            </a:r>
          </a:p>
          <a:p>
            <a:r>
              <a:rPr lang="en-US" dirty="0">
                <a:latin typeface="Arial"/>
                <a:cs typeface="Arial"/>
              </a:rPr>
              <a:t>Complexity: Class components often lead to complex and verbose code, especially when dealing with stateful logic and lifecycle methods. </a:t>
            </a:r>
          </a:p>
          <a:p>
            <a:r>
              <a:rPr lang="en-US" dirty="0">
                <a:latin typeface="Arial"/>
                <a:cs typeface="Arial"/>
              </a:rPr>
              <a:t>This complexity can make code harder to understand and maintain.</a:t>
            </a:r>
          </a:p>
          <a:p>
            <a:r>
              <a:rPr lang="en-US" dirty="0">
                <a:latin typeface="Arial"/>
                <a:cs typeface="Arial"/>
              </a:rPr>
              <a:t>Reusability: With class components, it's challenging to reuse stateful logic across components. </a:t>
            </a:r>
          </a:p>
          <a:p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40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68A866-7ACD-9CA3-6F52-7E7BF9A1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React Hooks as a Solution: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7C0B316-BCD4-FF41-8BF2-2C5244068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Simplify State Management: React Hooks, such as </a:t>
            </a:r>
            <a:r>
              <a:rPr lang="en-US" dirty="0" err="1">
                <a:latin typeface="Arial"/>
                <a:cs typeface="Arial"/>
              </a:rPr>
              <a:t>useState</a:t>
            </a:r>
            <a:r>
              <a:rPr lang="en-US" dirty="0">
                <a:latin typeface="Arial"/>
                <a:cs typeface="Arial"/>
              </a:rPr>
              <a:t>, allow functional components to hold and manage state within themselves without the need for class components. </a:t>
            </a:r>
          </a:p>
          <a:p>
            <a:r>
              <a:rPr lang="en-US" dirty="0">
                <a:latin typeface="Arial"/>
                <a:cs typeface="Arial"/>
              </a:rPr>
              <a:t>This simplifies state management and reduces the overall complexity of the code.</a:t>
            </a:r>
          </a:p>
          <a:p>
            <a:r>
              <a:rPr lang="en-US" dirty="0">
                <a:latin typeface="Arial"/>
                <a:cs typeface="Arial"/>
              </a:rPr>
              <a:t>Promote Reusability: Hooks enable the creation of custom hooks, allowing developers to encapsulate and reuse stateful logic across multiple components. </a:t>
            </a:r>
          </a:p>
          <a:p>
            <a:r>
              <a:rPr lang="en-US" dirty="0">
                <a:latin typeface="Arial"/>
                <a:cs typeface="Arial"/>
              </a:rPr>
              <a:t>This promotes code reuse, modularity, and maintainability.</a:t>
            </a:r>
          </a:p>
          <a:p>
            <a:endParaRPr lang="en-US" sz="2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9104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70FCF7-7736-A30F-19F1-783A7D22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20AB06B-A460-BDAF-D9EC-FF0315E36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Eliminate this Binding: Hooks operate within the lexical scope of functional components, eliminating the need for this binding and reducing boilerplate code. </a:t>
            </a:r>
          </a:p>
          <a:p>
            <a:r>
              <a:rPr lang="en-US" dirty="0">
                <a:latin typeface="Arial"/>
                <a:cs typeface="Arial"/>
              </a:rPr>
              <a:t>This leads to cleaner and more concise code, making it easier to read and understand.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869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3135AB4-1E1E-6582-0378-B359B73D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 sz="2800">
                <a:latin typeface="Arial"/>
                <a:cs typeface="Arial"/>
              </a:rPr>
              <a:t>The most commonly used built-in hooks are: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61F5728-FA37-2037-6ABC-8F6C5FD1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Allows functional components to hold and manage state within themselves.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useEffect</a:t>
            </a:r>
            <a:r>
              <a:rPr lang="en-US" dirty="0"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Enables functional components to perform side effects such as data fetching, subscriptions, or DOM manipulation.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Additionally, you can create your own custom hooks to encapsulate and reuse stateful logic across components.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Hooks offer several benefits over class components, including simpler and more concise code, improved reusability, better encapsulation of logic, and enhanced component composition.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961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25B06D-8A8E-CA3A-9063-64FA4D7CE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1B6B8A-2A29-D446-3986-0B7DBDB5F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ptos"/>
                <a:cs typeface="Helvetica"/>
              </a:rPr>
              <a:t>Hooks are normal JavaScript functions, but they impose some additional rules :</a:t>
            </a:r>
            <a:endParaRPr lang="en-US">
              <a:latin typeface="Aptos"/>
            </a:endParaRPr>
          </a:p>
          <a:p>
            <a:r>
              <a:rPr lang="en-US">
                <a:latin typeface="Aptos"/>
                <a:cs typeface="Helvetica"/>
              </a:rPr>
              <a:t>Hooks are called only at the top level of a component.</a:t>
            </a:r>
            <a:endParaRPr lang="en-US"/>
          </a:p>
          <a:p>
            <a:r>
              <a:rPr lang="en-US">
                <a:latin typeface="Aptos"/>
                <a:cs typeface="Helvetica"/>
              </a:rPr>
              <a:t>﻿﻿Do not call Hooks inside loops, conditions, or nested functions.</a:t>
            </a:r>
            <a:endParaRPr lang="en-US"/>
          </a:p>
          <a:p>
            <a:r>
              <a:rPr lang="en-US">
                <a:latin typeface="Aptos"/>
                <a:cs typeface="Helvetica"/>
              </a:rPr>
              <a:t>﻿﻿Hooks are called only from React functional Components.</a:t>
            </a:r>
            <a:endParaRPr lang="en-US"/>
          </a:p>
          <a:p>
            <a:r>
              <a:rPr lang="en-US">
                <a:latin typeface="Aptos"/>
                <a:cs typeface="Helvetica"/>
              </a:rPr>
              <a:t>﻿﻿Do not call Hooks from regular JavaScript functions.</a:t>
            </a:r>
            <a:endParaRPr lang="en-US"/>
          </a:p>
          <a:p>
            <a:r>
              <a:rPr lang="en-US" dirty="0">
                <a:latin typeface="Aptos"/>
                <a:cs typeface="Helvetica"/>
              </a:rPr>
              <a:t>There is one other way to call Hooks i.e. in your own custom Hooks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865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6149A55-9BF8-0A5D-8ACC-9EFA1AC4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5D2F66-0626-5E3A-E1B6-FE9AE742E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Built-In Hooks :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ea typeface="+mn-lt"/>
                <a:cs typeface="+mn-lt"/>
              </a:rPr>
              <a:t> Hooks</a:t>
            </a:r>
            <a:endParaRPr lang="en-US" dirty="0"/>
          </a:p>
          <a:p>
            <a:r>
              <a:rPr lang="en-US" err="1">
                <a:ea typeface="+mn-lt"/>
                <a:cs typeface="+mn-lt"/>
              </a:rPr>
              <a:t>useEffect</a:t>
            </a:r>
            <a:r>
              <a:rPr lang="en-US" dirty="0">
                <a:ea typeface="+mn-lt"/>
                <a:cs typeface="+mn-lt"/>
              </a:rPr>
              <a:t> Hook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useRef</a:t>
            </a:r>
            <a:r>
              <a:rPr lang="en-US" dirty="0">
                <a:ea typeface="+mn-lt"/>
                <a:cs typeface="+mn-lt"/>
              </a:rPr>
              <a:t> Hook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useCallback</a:t>
            </a:r>
            <a:r>
              <a:rPr lang="en-US" dirty="0">
                <a:ea typeface="+mn-lt"/>
                <a:cs typeface="+mn-lt"/>
              </a:rPr>
              <a:t> Hook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useMemo</a:t>
            </a:r>
            <a:r>
              <a:rPr lang="en-US" dirty="0">
                <a:ea typeface="+mn-lt"/>
                <a:cs typeface="+mn-lt"/>
              </a:rPr>
              <a:t> Hook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useContext</a:t>
            </a:r>
            <a:r>
              <a:rPr lang="en-US" dirty="0">
                <a:ea typeface="+mn-lt"/>
                <a:cs typeface="+mn-lt"/>
              </a:rPr>
              <a:t> Hook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useReducer</a:t>
            </a:r>
            <a:r>
              <a:rPr lang="en-US" dirty="0">
                <a:ea typeface="+mn-lt"/>
                <a:cs typeface="+mn-lt"/>
              </a:rPr>
              <a:t> Hook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Custom Hooks : You can create your own custom hooks if you have stateful logic that is needed by multiple components in your application.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44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0183D3-9666-5893-E09A-AB7FDA6A1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useState</a:t>
            </a:r>
            <a:r>
              <a:rPr lang="en-US" dirty="0">
                <a:ea typeface="+mj-lt"/>
                <a:cs typeface="+mj-lt"/>
              </a:rPr>
              <a:t> Hook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2ADCCD7-FC89-FFD0-9C4D-10CED2417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The </a:t>
            </a:r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hook is one of the most fundamental hooks provided by React.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 It allows functional components to hold and manage state within themselves.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 Here's a detailed explanation of the </a:t>
            </a:r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hook: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Syntax:</a:t>
            </a:r>
          </a:p>
          <a:p>
            <a:r>
              <a:rPr lang="en-US" dirty="0">
                <a:ea typeface="+mn-lt"/>
                <a:cs typeface="+mn-lt"/>
              </a:rPr>
              <a:t>const [state, </a:t>
            </a:r>
            <a:r>
              <a:rPr lang="en-US" dirty="0" err="1">
                <a:ea typeface="+mn-lt"/>
                <a:cs typeface="+mn-lt"/>
              </a:rPr>
              <a:t>setState</a:t>
            </a:r>
            <a:r>
              <a:rPr lang="en-US" dirty="0">
                <a:ea typeface="+mn-lt"/>
                <a:cs typeface="+mn-lt"/>
              </a:rPr>
              <a:t>] = </a:t>
            </a:r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initialState</a:t>
            </a:r>
            <a:r>
              <a:rPr lang="en-US" dirty="0">
                <a:ea typeface="+mn-lt"/>
                <a:cs typeface="+mn-lt"/>
              </a:rPr>
              <a:t>);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 err="1"/>
              <a:t>useState</a:t>
            </a:r>
            <a:r>
              <a:rPr lang="en-US" dirty="0"/>
              <a:t> is a function provided by React.</a:t>
            </a:r>
          </a:p>
          <a:p>
            <a:pPr>
              <a:lnSpc>
                <a:spcPct val="80000"/>
              </a:lnSpc>
            </a:pPr>
            <a:r>
              <a:rPr lang="en-US" dirty="0">
                <a:ea typeface="+mn-lt"/>
                <a:cs typeface="+mn-lt"/>
              </a:rPr>
              <a:t>It takes one argument: the initial state value.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>
                <a:ea typeface="+mn-lt"/>
                <a:cs typeface="+mn-lt"/>
              </a:rPr>
              <a:t>It returns an array containing two elements: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>
                <a:ea typeface="+mn-lt"/>
                <a:cs typeface="+mn-lt"/>
              </a:rPr>
              <a:t>state: the current value of the state variable.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 err="1">
                <a:ea typeface="+mn-lt"/>
                <a:cs typeface="+mn-lt"/>
              </a:rPr>
              <a:t>setState</a:t>
            </a:r>
            <a:r>
              <a:rPr lang="en-US" dirty="0">
                <a:ea typeface="+mn-lt"/>
                <a:cs typeface="+mn-lt"/>
              </a:rPr>
              <a:t>: a function to update the state variable.</a:t>
            </a:r>
            <a:r>
              <a:rPr lang="en-US" dirty="0"/>
              <a:t/>
            </a: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37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79DD1C-C1AD-FD64-555D-303B6A01F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A9BBE62-CC4A-A7A6-5540-21ED14363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Usage:</a:t>
            </a:r>
            <a:endParaRPr lang="en-US"/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Initialize a state variable with </a:t>
            </a:r>
            <a:r>
              <a:rPr lang="en-US" err="1">
                <a:ea typeface="+mn-lt"/>
                <a:cs typeface="+mn-lt"/>
              </a:rPr>
              <a:t>useState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and provide an initial value.</a:t>
            </a:r>
            <a:endParaRPr lang="en-US"/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Use the </a:t>
            </a:r>
            <a:r>
              <a:rPr lang="en-US">
                <a:ea typeface="+mn-lt"/>
                <a:cs typeface="+mn-lt"/>
              </a:rPr>
              <a:t>state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variable to access the current state value.</a:t>
            </a:r>
            <a:endParaRPr lang="en-US"/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Use the </a:t>
            </a:r>
            <a:r>
              <a:rPr lang="en-US" err="1">
                <a:ea typeface="+mn-lt"/>
                <a:cs typeface="+mn-lt"/>
              </a:rPr>
              <a:t>setState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function to update the state variable.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420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3C013EA-9D25-128B-793C-3E8352D3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1C9E245-F0A6-096D-6EF3-6F29DF602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import React, { </a:t>
            </a:r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ea typeface="+mn-lt"/>
                <a:cs typeface="+mn-lt"/>
              </a:rPr>
              <a:t> } from 'react';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function Counter() {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// Define a state variable 'count' and its setter function '</a:t>
            </a:r>
            <a:r>
              <a:rPr lang="en-US" dirty="0" err="1">
                <a:ea typeface="+mn-lt"/>
                <a:cs typeface="+mn-lt"/>
              </a:rPr>
              <a:t>setCount</a:t>
            </a:r>
            <a:r>
              <a:rPr lang="en-US" dirty="0">
                <a:ea typeface="+mn-lt"/>
                <a:cs typeface="+mn-lt"/>
              </a:rPr>
              <a:t>'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const [count, </a:t>
            </a:r>
            <a:r>
              <a:rPr lang="en-US" dirty="0" err="1">
                <a:ea typeface="+mn-lt"/>
                <a:cs typeface="+mn-lt"/>
              </a:rPr>
              <a:t>setCount</a:t>
            </a:r>
            <a:r>
              <a:rPr lang="en-US" dirty="0">
                <a:ea typeface="+mn-lt"/>
                <a:cs typeface="+mn-lt"/>
              </a:rPr>
              <a:t>] = </a:t>
            </a:r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ea typeface="+mn-lt"/>
                <a:cs typeface="+mn-lt"/>
              </a:rPr>
              <a:t>(0);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return (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&lt;div&gt;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 &lt;p&gt;Count: {count}&lt;/p&gt;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 &lt;button </a:t>
            </a:r>
            <a:r>
              <a:rPr lang="en-US" dirty="0" err="1">
                <a:ea typeface="+mn-lt"/>
                <a:cs typeface="+mn-lt"/>
              </a:rPr>
              <a:t>onClick</a:t>
            </a:r>
            <a:r>
              <a:rPr lang="en-US" dirty="0">
                <a:ea typeface="+mn-lt"/>
                <a:cs typeface="+mn-lt"/>
              </a:rPr>
              <a:t>={() =&gt; </a:t>
            </a:r>
            <a:r>
              <a:rPr lang="en-US" dirty="0" err="1">
                <a:ea typeface="+mn-lt"/>
                <a:cs typeface="+mn-lt"/>
              </a:rPr>
              <a:t>setCount</a:t>
            </a:r>
            <a:r>
              <a:rPr lang="en-US" dirty="0">
                <a:ea typeface="+mn-lt"/>
                <a:cs typeface="+mn-lt"/>
              </a:rPr>
              <a:t>(count + 1)}&gt;Increment&lt;/button&gt;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&lt;/div&gt;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);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06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FD9805-0B9B-8F35-BEE6-1D92877EF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72BB756-5980-575C-BFAE-BF6752777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In this example, </a:t>
            </a:r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ea typeface="+mn-lt"/>
                <a:cs typeface="+mn-lt"/>
              </a:rPr>
              <a:t>(0)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initializes a state variable </a:t>
            </a:r>
            <a:r>
              <a:rPr lang="en-US" dirty="0">
                <a:ea typeface="+mn-lt"/>
                <a:cs typeface="+mn-lt"/>
              </a:rPr>
              <a:t>count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with an initial value of </a:t>
            </a:r>
            <a:r>
              <a:rPr lang="en-US" dirty="0">
                <a:ea typeface="+mn-lt"/>
                <a:cs typeface="+mn-lt"/>
              </a:rPr>
              <a:t>0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The </a:t>
            </a:r>
            <a:r>
              <a:rPr lang="en-US" dirty="0">
                <a:ea typeface="+mn-lt"/>
                <a:cs typeface="+mn-lt"/>
              </a:rPr>
              <a:t>count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variable represents the current count value.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setCount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is a function that updates the </a:t>
            </a:r>
            <a:r>
              <a:rPr lang="en-US" dirty="0">
                <a:ea typeface="+mn-lt"/>
                <a:cs typeface="+mn-lt"/>
              </a:rPr>
              <a:t>count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state when invoked. It increments </a:t>
            </a:r>
            <a:r>
              <a:rPr lang="en-US" dirty="0">
                <a:ea typeface="+mn-lt"/>
                <a:cs typeface="+mn-lt"/>
              </a:rPr>
              <a:t>count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by 1 when the button is clicked.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Benefits: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Simplifies state management in functional components.</a:t>
            </a:r>
            <a:endParaRPr lang="en-US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Eliminates the need for class components to hold state.</a:t>
            </a:r>
            <a:endParaRPr lang="en-US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Enables better encapsulation of state within components.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Facilitates cleaner and more concise code.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646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7DB837-C9A9-8324-9D08-A13EC836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7780C79-B559-D7C7-EC3D-EC7099789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Rules: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Call </a:t>
            </a:r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at the top level of your component.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Do not call </a:t>
            </a:r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inside loops, conditions, or nested functions.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The order of calls to </a:t>
            </a:r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must be consistent between renders.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852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B44B60-9067-528D-7E06-9A97EB88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UseEffect</a:t>
            </a:r>
            <a:r>
              <a:rPr lang="en-US" dirty="0"/>
              <a:t> hook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59F7B2B-EFC7-4EC4-E353-01204894D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The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useEffect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hook is another fundamental hook provided by React. 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It enables functional components to perform side effects such as data fetching, subscriptions, or DOM manipulation. Here's a detailed explanation of the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useEffect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hook:</a:t>
            </a:r>
          </a:p>
          <a:p>
            <a:r>
              <a:rPr lang="en-US" dirty="0">
                <a:solidFill>
                  <a:srgbClr val="000000"/>
                </a:solidFill>
              </a:rPr>
              <a:t>Syntax:</a:t>
            </a:r>
          </a:p>
          <a:p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useEffect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(() =&gt; {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  // Effect code</a:t>
            </a:r>
            <a:endParaRPr lang="en-US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}, [dependencies]);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937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C0C9E6-1D66-BB10-1A88-5BA11A09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A1E5410-5D1D-72DD-A835-939D31719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useEffect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is a function provided by React.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It takes two arguments: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 function that represents the effect to be performed.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An optional array of dependencies that determines when the effect should re-run.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The function passed to </a:t>
            </a:r>
            <a:r>
              <a:rPr lang="en-US" dirty="0" err="1">
                <a:ea typeface="+mn-lt"/>
                <a:cs typeface="+mn-lt"/>
              </a:rPr>
              <a:t>useEffect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is known as the effect function.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092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8F79157-D689-A853-7C7A-D12B4315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a typeface="+mj-lt"/>
                <a:cs typeface="+mj-lt"/>
              </a:rPr>
              <a:t>Usage: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E03164-B911-0512-FCAC-6D7E3F369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Use the effect function to perform tasks such as data fetching, subscriptions, or DOM manipulation.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Use the optional dependencies array to specify values that the effect depends on.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 If any of the dependencies change between renders, the effect will re-run.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503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132ABA-68A4-299E-2028-C0A44464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B74A74-90A0-37D9-5047-0CB1C43CE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import React, { </a:t>
            </a:r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useEffect</a:t>
            </a:r>
            <a:r>
              <a:rPr lang="en-US" dirty="0">
                <a:ea typeface="+mn-lt"/>
                <a:cs typeface="+mn-lt"/>
              </a:rPr>
              <a:t> } from 'react';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function Example() {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const [count, </a:t>
            </a:r>
            <a:r>
              <a:rPr lang="en-US" dirty="0" err="1">
                <a:ea typeface="+mn-lt"/>
                <a:cs typeface="+mn-lt"/>
              </a:rPr>
              <a:t>setCount</a:t>
            </a:r>
            <a:r>
              <a:rPr lang="en-US" dirty="0">
                <a:ea typeface="+mn-lt"/>
                <a:cs typeface="+mn-lt"/>
              </a:rPr>
              <a:t>] = </a:t>
            </a:r>
            <a:r>
              <a:rPr lang="en-US" dirty="0" err="1">
                <a:ea typeface="+mn-lt"/>
                <a:cs typeface="+mn-lt"/>
              </a:rPr>
              <a:t>useState</a:t>
            </a:r>
            <a:r>
              <a:rPr lang="en-US" dirty="0">
                <a:ea typeface="+mn-lt"/>
                <a:cs typeface="+mn-lt"/>
              </a:rPr>
              <a:t>(0);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// Effect to update document title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useEffect</a:t>
            </a:r>
            <a:r>
              <a:rPr lang="en-US" dirty="0">
                <a:ea typeface="+mn-lt"/>
                <a:cs typeface="+mn-lt"/>
              </a:rPr>
              <a:t>(() =&gt; {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</a:t>
            </a:r>
            <a:r>
              <a:rPr lang="en-US" dirty="0" err="1">
                <a:ea typeface="+mn-lt"/>
                <a:cs typeface="+mn-lt"/>
              </a:rPr>
              <a:t>document.title</a:t>
            </a:r>
            <a:r>
              <a:rPr lang="en-US" dirty="0">
                <a:ea typeface="+mn-lt"/>
                <a:cs typeface="+mn-lt"/>
              </a:rPr>
              <a:t> = `Count: ${count}`;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}, [count]); // Run the effect whenever 'count' changes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return (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&lt;div&gt;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 &lt;p&gt;Count: {count}&lt;/p&gt;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 &lt;button </a:t>
            </a:r>
            <a:r>
              <a:rPr lang="en-US" dirty="0" err="1">
                <a:ea typeface="+mn-lt"/>
                <a:cs typeface="+mn-lt"/>
              </a:rPr>
              <a:t>onClick</a:t>
            </a:r>
            <a:r>
              <a:rPr lang="en-US" dirty="0">
                <a:ea typeface="+mn-lt"/>
                <a:cs typeface="+mn-lt"/>
              </a:rPr>
              <a:t>={() =&gt; </a:t>
            </a:r>
            <a:r>
              <a:rPr lang="en-US" dirty="0" err="1">
                <a:ea typeface="+mn-lt"/>
                <a:cs typeface="+mn-lt"/>
              </a:rPr>
              <a:t>setCount</a:t>
            </a:r>
            <a:r>
              <a:rPr lang="en-US" dirty="0">
                <a:ea typeface="+mn-lt"/>
                <a:cs typeface="+mn-lt"/>
              </a:rPr>
              <a:t>(count + 1)}&gt;Increment&lt;/button&gt;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&lt;/div&gt;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);}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377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C40F8D-A1DF-3B2D-D234-A5F785E56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0DE971-0F8D-1E29-A653-4A42A2503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In this example, </a:t>
            </a:r>
            <a:r>
              <a:rPr lang="en-US" dirty="0" err="1">
                <a:ea typeface="+mn-lt"/>
                <a:cs typeface="+mn-lt"/>
              </a:rPr>
              <a:t>useEffect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updates the document title whenever the </a:t>
            </a:r>
            <a:r>
              <a:rPr lang="en-US" dirty="0">
                <a:ea typeface="+mn-lt"/>
                <a:cs typeface="+mn-lt"/>
              </a:rPr>
              <a:t>count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state changes.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The effect function sets the document title to include the current count value.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The </a:t>
            </a:r>
            <a:r>
              <a:rPr lang="en-US" dirty="0">
                <a:ea typeface="+mn-lt"/>
                <a:cs typeface="+mn-lt"/>
              </a:rPr>
              <a:t>count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variable is listed in the dependencies array, so the effect will re-run whenever </a:t>
            </a:r>
            <a:r>
              <a:rPr lang="en-US" dirty="0">
                <a:ea typeface="+mn-lt"/>
                <a:cs typeface="+mn-lt"/>
              </a:rPr>
              <a:t>count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changes.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45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1127DA-517A-9C24-E5AA-2287134D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a typeface="+mj-lt"/>
                <a:cs typeface="+mj-lt"/>
              </a:rPr>
              <a:t>Benefits: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339193-8372-FCFD-87CA-62587B481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/>
              <a:t>Enables performing side effects in functional components.</a:t>
            </a:r>
          </a:p>
          <a:p>
            <a:r>
              <a:rPr lang="en-US"/>
              <a:t>Facilitates integrating with external APIs, libraries, and browser APIs.</a:t>
            </a:r>
          </a:p>
          <a:p>
            <a:r>
              <a:rPr lang="en-US"/>
              <a:t>Promotes separation of concerns by keeping side effects separate from component rendering logic.</a:t>
            </a:r>
          </a:p>
          <a:p>
            <a:r>
              <a:rPr lang="en-US"/>
              <a:t>Provides a cleaner alternative to lifecycle methods in class components.</a:t>
            </a:r>
          </a:p>
          <a:p>
            <a:r>
              <a:rPr lang="en-US" dirty="0"/>
              <a:t>The </a:t>
            </a:r>
            <a:r>
              <a:rPr lang="en-US" dirty="0" err="1"/>
              <a:t>useEffect</a:t>
            </a:r>
            <a:r>
              <a:rPr lang="en-US" dirty="0"/>
              <a:t> hook is a powerful tool for managing side effects in React functional components. It allows you to incorporate asynchronous and imperative code in a declarative and composable manner, enhancing the flexibility and expressiveness of your components.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96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629</Words>
  <Application>Microsoft Office PowerPoint</Application>
  <PresentationFormat>Widescreen</PresentationFormat>
  <Paragraphs>121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Helvetica</vt:lpstr>
      <vt:lpstr>office theme</vt:lpstr>
      <vt:lpstr>Hooks in React</vt:lpstr>
      <vt:lpstr>Overview of Hooks</vt:lpstr>
      <vt:lpstr>PowerPoint Presentation</vt:lpstr>
      <vt:lpstr>React Hooks as a Solution: </vt:lpstr>
      <vt:lpstr>PowerPoint Presentation</vt:lpstr>
      <vt:lpstr>The most commonly used built-in hooks are: </vt:lpstr>
      <vt:lpstr>Rules of hooks</vt:lpstr>
      <vt:lpstr>Types of hooks</vt:lpstr>
      <vt:lpstr>useState Hook</vt:lpstr>
      <vt:lpstr>PowerPoint Presentation</vt:lpstr>
      <vt:lpstr>Example:</vt:lpstr>
      <vt:lpstr>PowerPoint Presentation</vt:lpstr>
      <vt:lpstr>Rules:</vt:lpstr>
      <vt:lpstr>UseEffect hook</vt:lpstr>
      <vt:lpstr>PowerPoint Presentation</vt:lpstr>
      <vt:lpstr>Usage:</vt:lpstr>
      <vt:lpstr>Example </vt:lpstr>
      <vt:lpstr>PowerPoint Presentation</vt:lpstr>
      <vt:lpstr>Benefits: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Komal S</dc:creator>
  <cp:lastModifiedBy>Komal S</cp:lastModifiedBy>
  <cp:revision>148</cp:revision>
  <dcterms:created xsi:type="dcterms:W3CDTF">2024-03-17T11:24:27Z</dcterms:created>
  <dcterms:modified xsi:type="dcterms:W3CDTF">2024-05-03T09:15:11Z</dcterms:modified>
</cp:coreProperties>
</file>