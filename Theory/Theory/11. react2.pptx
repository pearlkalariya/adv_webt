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7" r:id="rId1"/>
  </p:sldMasterIdLst>
  <p:sldIdLst>
    <p:sldId id="256" r:id="rId2"/>
    <p:sldId id="257" r:id="rId3"/>
    <p:sldId id="261" r:id="rId4"/>
    <p:sldId id="262" r:id="rId5"/>
    <p:sldId id="258" r:id="rId6"/>
    <p:sldId id="259" r:id="rId7"/>
    <p:sldId id="260" r:id="rId8"/>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9AD5F9-6121-4ACB-9A6A-09D262FF8C7D}" v="188" dt="2024-02-18T10:53:00.5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56" d="100"/>
          <a:sy n="56" d="100"/>
        </p:scale>
        <p:origin x="16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_rels/data1.xml.rels><?xml version="1.0" encoding="UTF-8" standalone="yes"?>
<Relationships xmlns="http://schemas.openxmlformats.org/package/2006/relationships"><Relationship Id="rId2" Type="http://schemas.openxmlformats.org/officeDocument/2006/relationships/hyperlink" Target="https://legacy.reactjs.org/docs/rendering-elements.html" TargetMode="External"/><Relationship Id="rId1" Type="http://schemas.openxmlformats.org/officeDocument/2006/relationships/hyperlink" Target="https://legacy.reactjs.org/docs/reconciliation.html" TargetMode="External"/></Relationships>
</file>

<file path=ppt/diagrams/_rels/data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6.png"/></Relationships>
</file>

<file path=ppt/diagrams/_rels/data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svg"/><Relationship Id="rId1" Type="http://schemas.openxmlformats.org/officeDocument/2006/relationships/image" Target="../media/image8.png"/><Relationship Id="rId4" Type="http://schemas.openxmlformats.org/officeDocument/2006/relationships/image" Target="../media/image7.svg"/></Relationships>
</file>

<file path=ppt/diagrams/_rels/data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svg"/><Relationship Id="rId1" Type="http://schemas.openxmlformats.org/officeDocument/2006/relationships/image" Target="../media/image9.pn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2" Type="http://schemas.openxmlformats.org/officeDocument/2006/relationships/hyperlink" Target="https://legacy.reactjs.org/docs/rendering-elements.html" TargetMode="External"/><Relationship Id="rId1" Type="http://schemas.openxmlformats.org/officeDocument/2006/relationships/hyperlink" Target="https://legacy.reactjs.org/docs/reconciliation.html" TargetMode="External"/></Relationships>
</file>

<file path=ppt/diagrams/_rels/drawing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6.png"/></Relationships>
</file>

<file path=ppt/diagrams/_rels/drawing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svg"/><Relationship Id="rId1" Type="http://schemas.openxmlformats.org/officeDocument/2006/relationships/image" Target="../media/image8.png"/><Relationship Id="rId4" Type="http://schemas.openxmlformats.org/officeDocument/2006/relationships/image" Target="../media/image7.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svg"/><Relationship Id="rId1" Type="http://schemas.openxmlformats.org/officeDocument/2006/relationships/image" Target="../media/image9.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315A29-3C4D-40E8-9A2D-02D21AD85CF2}"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1A82A335-2402-434D-AF71-77743EE414A3}">
      <dgm:prSet/>
      <dgm:spPr/>
      <dgm:t>
        <a:bodyPr/>
        <a:lstStyle/>
        <a:p>
          <a:r>
            <a:rPr lang="en-US"/>
            <a:t>The virtual DOM (VDOM) is a programming concept where an ideal, or “virtual”, representation of a UI is kept in memory and synced with the “real” DOM by a library such as ReactDOM. This process is called </a:t>
          </a:r>
          <a:r>
            <a:rPr lang="en-US">
              <a:hlinkClick xmlns:r="http://schemas.openxmlformats.org/officeDocument/2006/relationships" r:id="rId1"/>
            </a:rPr>
            <a:t>reconciliation</a:t>
          </a:r>
          <a:r>
            <a:rPr lang="en-US"/>
            <a:t>.</a:t>
          </a:r>
        </a:p>
      </dgm:t>
    </dgm:pt>
    <dgm:pt modelId="{CEAED2A8-FE96-4142-ACE6-E44966911D86}" type="parTrans" cxnId="{F0F77EEB-2AA5-4769-9D10-CEC277DFEF42}">
      <dgm:prSet/>
      <dgm:spPr/>
      <dgm:t>
        <a:bodyPr/>
        <a:lstStyle/>
        <a:p>
          <a:endParaRPr lang="en-US"/>
        </a:p>
      </dgm:t>
    </dgm:pt>
    <dgm:pt modelId="{2017E471-E509-405E-B5CD-864D6CECC5BD}" type="sibTrans" cxnId="{F0F77EEB-2AA5-4769-9D10-CEC277DFEF42}">
      <dgm:prSet/>
      <dgm:spPr/>
      <dgm:t>
        <a:bodyPr/>
        <a:lstStyle/>
        <a:p>
          <a:endParaRPr lang="en-US"/>
        </a:p>
      </dgm:t>
    </dgm:pt>
    <dgm:pt modelId="{7F84654B-E072-403B-9484-1B2757E5711E}">
      <dgm:prSet/>
      <dgm:spPr/>
      <dgm:t>
        <a:bodyPr/>
        <a:lstStyle/>
        <a:p>
          <a:r>
            <a:rPr lang="en-US"/>
            <a:t>This approach enables the declarative API of React: You tell React what state you want the UI to be in, and it makes sure the DOM matches that state. </a:t>
          </a:r>
        </a:p>
      </dgm:t>
    </dgm:pt>
    <dgm:pt modelId="{479CDCC5-CAD3-4540-9D43-322567F28172}" type="parTrans" cxnId="{5AEFD560-E13A-46F7-B4CF-36EA4F650E12}">
      <dgm:prSet/>
      <dgm:spPr/>
      <dgm:t>
        <a:bodyPr/>
        <a:lstStyle/>
        <a:p>
          <a:endParaRPr lang="en-US"/>
        </a:p>
      </dgm:t>
    </dgm:pt>
    <dgm:pt modelId="{EC7C476E-08EF-4565-87C9-B8899DAE406C}" type="sibTrans" cxnId="{5AEFD560-E13A-46F7-B4CF-36EA4F650E12}">
      <dgm:prSet/>
      <dgm:spPr/>
      <dgm:t>
        <a:bodyPr/>
        <a:lstStyle/>
        <a:p>
          <a:endParaRPr lang="en-US"/>
        </a:p>
      </dgm:t>
    </dgm:pt>
    <dgm:pt modelId="{055A1FD7-B5F3-4C80-A36A-AFCE893B733A}">
      <dgm:prSet/>
      <dgm:spPr/>
      <dgm:t>
        <a:bodyPr/>
        <a:lstStyle/>
        <a:p>
          <a:r>
            <a:rPr lang="en-US"/>
            <a:t>This abstracts out the attribute manipulation, event handling, and manual DOM updating that you would otherwise have to use to build your app.</a:t>
          </a:r>
        </a:p>
      </dgm:t>
    </dgm:pt>
    <dgm:pt modelId="{651ED290-FB66-48AE-8442-BA06F2B9E022}" type="parTrans" cxnId="{0B38DE41-9690-4F92-9230-E0775342C5E5}">
      <dgm:prSet/>
      <dgm:spPr/>
      <dgm:t>
        <a:bodyPr/>
        <a:lstStyle/>
        <a:p>
          <a:endParaRPr lang="en-US"/>
        </a:p>
      </dgm:t>
    </dgm:pt>
    <dgm:pt modelId="{55DF75ED-6380-41E3-9FBE-EA69E29F3E5E}" type="sibTrans" cxnId="{0B38DE41-9690-4F92-9230-E0775342C5E5}">
      <dgm:prSet/>
      <dgm:spPr/>
      <dgm:t>
        <a:bodyPr/>
        <a:lstStyle/>
        <a:p>
          <a:endParaRPr lang="en-US"/>
        </a:p>
      </dgm:t>
    </dgm:pt>
    <dgm:pt modelId="{26CD7931-F425-45CB-B02F-28DEB6488E8B}">
      <dgm:prSet/>
      <dgm:spPr/>
      <dgm:t>
        <a:bodyPr/>
        <a:lstStyle/>
        <a:p>
          <a:r>
            <a:rPr lang="en-US"/>
            <a:t>Since “virtual DOM” is more of a pattern than a specific technology, people sometimes say it to mean different things. In React world, the term “virtual DOM” is usually associated with </a:t>
          </a:r>
          <a:r>
            <a:rPr lang="en-US">
              <a:hlinkClick xmlns:r="http://schemas.openxmlformats.org/officeDocument/2006/relationships" r:id="rId2"/>
            </a:rPr>
            <a:t>React elements</a:t>
          </a:r>
          <a:r>
            <a:rPr lang="en-US"/>
            <a:t> since they are the objects representing the user interface. </a:t>
          </a:r>
        </a:p>
      </dgm:t>
    </dgm:pt>
    <dgm:pt modelId="{A0560340-BC27-4816-87FB-3454F78A2071}" type="parTrans" cxnId="{FA69C710-FF54-46B7-9909-F05C62CD8F07}">
      <dgm:prSet/>
      <dgm:spPr/>
      <dgm:t>
        <a:bodyPr/>
        <a:lstStyle/>
        <a:p>
          <a:endParaRPr lang="en-US"/>
        </a:p>
      </dgm:t>
    </dgm:pt>
    <dgm:pt modelId="{BA754434-F1DD-427A-8529-FA3F446BA7E6}" type="sibTrans" cxnId="{FA69C710-FF54-46B7-9909-F05C62CD8F07}">
      <dgm:prSet/>
      <dgm:spPr/>
      <dgm:t>
        <a:bodyPr/>
        <a:lstStyle/>
        <a:p>
          <a:endParaRPr lang="en-US"/>
        </a:p>
      </dgm:t>
    </dgm:pt>
    <dgm:pt modelId="{C4DDBD7A-23AE-439A-A9BA-7DFB4DA059BA}">
      <dgm:prSet/>
      <dgm:spPr/>
      <dgm:t>
        <a:bodyPr/>
        <a:lstStyle/>
        <a:p>
          <a:r>
            <a:rPr lang="en-US"/>
            <a:t>React, however, also uses internal objects called “fibers” to hold additional information about the component tree. They may also be considered a part of “virtual DOM” implementation in React.</a:t>
          </a:r>
        </a:p>
      </dgm:t>
    </dgm:pt>
    <dgm:pt modelId="{94D0DDFA-9CC1-4A0D-AED3-89F1C6F1E074}" type="parTrans" cxnId="{DD9E8B5C-CF0F-4821-A981-E3C8C567A82A}">
      <dgm:prSet/>
      <dgm:spPr/>
      <dgm:t>
        <a:bodyPr/>
        <a:lstStyle/>
        <a:p>
          <a:endParaRPr lang="en-US"/>
        </a:p>
      </dgm:t>
    </dgm:pt>
    <dgm:pt modelId="{8F8E66BC-7B2C-43F4-822B-EE98D56B4D45}" type="sibTrans" cxnId="{DD9E8B5C-CF0F-4821-A981-E3C8C567A82A}">
      <dgm:prSet/>
      <dgm:spPr/>
      <dgm:t>
        <a:bodyPr/>
        <a:lstStyle/>
        <a:p>
          <a:endParaRPr lang="en-US"/>
        </a:p>
      </dgm:t>
    </dgm:pt>
    <dgm:pt modelId="{C49BC373-B827-47FD-9253-EE1D36D635F7}" type="pres">
      <dgm:prSet presAssocID="{A4315A29-3C4D-40E8-9A2D-02D21AD85CF2}" presName="outerComposite" presStyleCnt="0">
        <dgm:presLayoutVars>
          <dgm:chMax val="5"/>
          <dgm:dir/>
          <dgm:resizeHandles val="exact"/>
        </dgm:presLayoutVars>
      </dgm:prSet>
      <dgm:spPr/>
      <dgm:t>
        <a:bodyPr/>
        <a:lstStyle/>
        <a:p>
          <a:endParaRPr lang="en-US"/>
        </a:p>
      </dgm:t>
    </dgm:pt>
    <dgm:pt modelId="{60B6ADA3-3374-4E8F-85FA-69C7706015B5}" type="pres">
      <dgm:prSet presAssocID="{A4315A29-3C4D-40E8-9A2D-02D21AD85CF2}" presName="dummyMaxCanvas" presStyleCnt="0">
        <dgm:presLayoutVars/>
      </dgm:prSet>
      <dgm:spPr/>
    </dgm:pt>
    <dgm:pt modelId="{2AB7D3C9-5D8D-4E40-9F75-34E8EDC43F45}" type="pres">
      <dgm:prSet presAssocID="{A4315A29-3C4D-40E8-9A2D-02D21AD85CF2}" presName="FiveNodes_1" presStyleLbl="node1" presStyleIdx="0" presStyleCnt="5">
        <dgm:presLayoutVars>
          <dgm:bulletEnabled val="1"/>
        </dgm:presLayoutVars>
      </dgm:prSet>
      <dgm:spPr/>
      <dgm:t>
        <a:bodyPr/>
        <a:lstStyle/>
        <a:p>
          <a:endParaRPr lang="en-US"/>
        </a:p>
      </dgm:t>
    </dgm:pt>
    <dgm:pt modelId="{A455CADF-24BA-4414-95DC-78DD215E1C23}" type="pres">
      <dgm:prSet presAssocID="{A4315A29-3C4D-40E8-9A2D-02D21AD85CF2}" presName="FiveNodes_2" presStyleLbl="node1" presStyleIdx="1" presStyleCnt="5">
        <dgm:presLayoutVars>
          <dgm:bulletEnabled val="1"/>
        </dgm:presLayoutVars>
      </dgm:prSet>
      <dgm:spPr/>
      <dgm:t>
        <a:bodyPr/>
        <a:lstStyle/>
        <a:p>
          <a:endParaRPr lang="en-US"/>
        </a:p>
      </dgm:t>
    </dgm:pt>
    <dgm:pt modelId="{4BCEECF4-16B0-4132-A084-78374C16B670}" type="pres">
      <dgm:prSet presAssocID="{A4315A29-3C4D-40E8-9A2D-02D21AD85CF2}" presName="FiveNodes_3" presStyleLbl="node1" presStyleIdx="2" presStyleCnt="5">
        <dgm:presLayoutVars>
          <dgm:bulletEnabled val="1"/>
        </dgm:presLayoutVars>
      </dgm:prSet>
      <dgm:spPr/>
      <dgm:t>
        <a:bodyPr/>
        <a:lstStyle/>
        <a:p>
          <a:endParaRPr lang="en-US"/>
        </a:p>
      </dgm:t>
    </dgm:pt>
    <dgm:pt modelId="{82470019-A11A-4CE9-A5AB-31C9F06C3526}" type="pres">
      <dgm:prSet presAssocID="{A4315A29-3C4D-40E8-9A2D-02D21AD85CF2}" presName="FiveNodes_4" presStyleLbl="node1" presStyleIdx="3" presStyleCnt="5">
        <dgm:presLayoutVars>
          <dgm:bulletEnabled val="1"/>
        </dgm:presLayoutVars>
      </dgm:prSet>
      <dgm:spPr/>
      <dgm:t>
        <a:bodyPr/>
        <a:lstStyle/>
        <a:p>
          <a:endParaRPr lang="en-US"/>
        </a:p>
      </dgm:t>
    </dgm:pt>
    <dgm:pt modelId="{4F4859E0-0F5D-4286-97CB-0D6CF84DA867}" type="pres">
      <dgm:prSet presAssocID="{A4315A29-3C4D-40E8-9A2D-02D21AD85CF2}" presName="FiveNodes_5" presStyleLbl="node1" presStyleIdx="4" presStyleCnt="5">
        <dgm:presLayoutVars>
          <dgm:bulletEnabled val="1"/>
        </dgm:presLayoutVars>
      </dgm:prSet>
      <dgm:spPr/>
      <dgm:t>
        <a:bodyPr/>
        <a:lstStyle/>
        <a:p>
          <a:endParaRPr lang="en-US"/>
        </a:p>
      </dgm:t>
    </dgm:pt>
    <dgm:pt modelId="{3500D9B5-F3CB-4AF5-847C-3701BDE96B13}" type="pres">
      <dgm:prSet presAssocID="{A4315A29-3C4D-40E8-9A2D-02D21AD85CF2}" presName="FiveConn_1-2" presStyleLbl="fgAccFollowNode1" presStyleIdx="0" presStyleCnt="4">
        <dgm:presLayoutVars>
          <dgm:bulletEnabled val="1"/>
        </dgm:presLayoutVars>
      </dgm:prSet>
      <dgm:spPr/>
      <dgm:t>
        <a:bodyPr/>
        <a:lstStyle/>
        <a:p>
          <a:endParaRPr lang="en-US"/>
        </a:p>
      </dgm:t>
    </dgm:pt>
    <dgm:pt modelId="{7841CD4D-1417-4702-B205-746088D00755}" type="pres">
      <dgm:prSet presAssocID="{A4315A29-3C4D-40E8-9A2D-02D21AD85CF2}" presName="FiveConn_2-3" presStyleLbl="fgAccFollowNode1" presStyleIdx="1" presStyleCnt="4">
        <dgm:presLayoutVars>
          <dgm:bulletEnabled val="1"/>
        </dgm:presLayoutVars>
      </dgm:prSet>
      <dgm:spPr/>
      <dgm:t>
        <a:bodyPr/>
        <a:lstStyle/>
        <a:p>
          <a:endParaRPr lang="en-US"/>
        </a:p>
      </dgm:t>
    </dgm:pt>
    <dgm:pt modelId="{4C0A11E8-96AE-4B0E-B4F5-0EEAC276FB2A}" type="pres">
      <dgm:prSet presAssocID="{A4315A29-3C4D-40E8-9A2D-02D21AD85CF2}" presName="FiveConn_3-4" presStyleLbl="fgAccFollowNode1" presStyleIdx="2" presStyleCnt="4">
        <dgm:presLayoutVars>
          <dgm:bulletEnabled val="1"/>
        </dgm:presLayoutVars>
      </dgm:prSet>
      <dgm:spPr/>
      <dgm:t>
        <a:bodyPr/>
        <a:lstStyle/>
        <a:p>
          <a:endParaRPr lang="en-US"/>
        </a:p>
      </dgm:t>
    </dgm:pt>
    <dgm:pt modelId="{83DB676C-9D91-4323-B038-6C2AF6ED52F2}" type="pres">
      <dgm:prSet presAssocID="{A4315A29-3C4D-40E8-9A2D-02D21AD85CF2}" presName="FiveConn_4-5" presStyleLbl="fgAccFollowNode1" presStyleIdx="3" presStyleCnt="4">
        <dgm:presLayoutVars>
          <dgm:bulletEnabled val="1"/>
        </dgm:presLayoutVars>
      </dgm:prSet>
      <dgm:spPr/>
      <dgm:t>
        <a:bodyPr/>
        <a:lstStyle/>
        <a:p>
          <a:endParaRPr lang="en-US"/>
        </a:p>
      </dgm:t>
    </dgm:pt>
    <dgm:pt modelId="{C978595A-3424-4B3C-9AF9-E67AA365552E}" type="pres">
      <dgm:prSet presAssocID="{A4315A29-3C4D-40E8-9A2D-02D21AD85CF2}" presName="FiveNodes_1_text" presStyleLbl="node1" presStyleIdx="4" presStyleCnt="5">
        <dgm:presLayoutVars>
          <dgm:bulletEnabled val="1"/>
        </dgm:presLayoutVars>
      </dgm:prSet>
      <dgm:spPr/>
      <dgm:t>
        <a:bodyPr/>
        <a:lstStyle/>
        <a:p>
          <a:endParaRPr lang="en-US"/>
        </a:p>
      </dgm:t>
    </dgm:pt>
    <dgm:pt modelId="{0F90059A-C3EC-4026-AF3F-4267FA8E333D}" type="pres">
      <dgm:prSet presAssocID="{A4315A29-3C4D-40E8-9A2D-02D21AD85CF2}" presName="FiveNodes_2_text" presStyleLbl="node1" presStyleIdx="4" presStyleCnt="5">
        <dgm:presLayoutVars>
          <dgm:bulletEnabled val="1"/>
        </dgm:presLayoutVars>
      </dgm:prSet>
      <dgm:spPr/>
      <dgm:t>
        <a:bodyPr/>
        <a:lstStyle/>
        <a:p>
          <a:endParaRPr lang="en-US"/>
        </a:p>
      </dgm:t>
    </dgm:pt>
    <dgm:pt modelId="{73CB27A0-B65F-4E8D-A0E4-6F89F5699BE8}" type="pres">
      <dgm:prSet presAssocID="{A4315A29-3C4D-40E8-9A2D-02D21AD85CF2}" presName="FiveNodes_3_text" presStyleLbl="node1" presStyleIdx="4" presStyleCnt="5">
        <dgm:presLayoutVars>
          <dgm:bulletEnabled val="1"/>
        </dgm:presLayoutVars>
      </dgm:prSet>
      <dgm:spPr/>
      <dgm:t>
        <a:bodyPr/>
        <a:lstStyle/>
        <a:p>
          <a:endParaRPr lang="en-US"/>
        </a:p>
      </dgm:t>
    </dgm:pt>
    <dgm:pt modelId="{337DCF99-4F59-4274-950F-8193CC2B301D}" type="pres">
      <dgm:prSet presAssocID="{A4315A29-3C4D-40E8-9A2D-02D21AD85CF2}" presName="FiveNodes_4_text" presStyleLbl="node1" presStyleIdx="4" presStyleCnt="5">
        <dgm:presLayoutVars>
          <dgm:bulletEnabled val="1"/>
        </dgm:presLayoutVars>
      </dgm:prSet>
      <dgm:spPr/>
      <dgm:t>
        <a:bodyPr/>
        <a:lstStyle/>
        <a:p>
          <a:endParaRPr lang="en-US"/>
        </a:p>
      </dgm:t>
    </dgm:pt>
    <dgm:pt modelId="{F71C2112-292C-478D-9EFC-609A5EC0D1F4}" type="pres">
      <dgm:prSet presAssocID="{A4315A29-3C4D-40E8-9A2D-02D21AD85CF2}" presName="FiveNodes_5_text" presStyleLbl="node1" presStyleIdx="4" presStyleCnt="5">
        <dgm:presLayoutVars>
          <dgm:bulletEnabled val="1"/>
        </dgm:presLayoutVars>
      </dgm:prSet>
      <dgm:spPr/>
      <dgm:t>
        <a:bodyPr/>
        <a:lstStyle/>
        <a:p>
          <a:endParaRPr lang="en-US"/>
        </a:p>
      </dgm:t>
    </dgm:pt>
  </dgm:ptLst>
  <dgm:cxnLst>
    <dgm:cxn modelId="{28486ACA-DD65-4FEE-9595-223E4E567804}" type="presOf" srcId="{EC7C476E-08EF-4565-87C9-B8899DAE406C}" destId="{7841CD4D-1417-4702-B205-746088D00755}" srcOrd="0" destOrd="0" presId="urn:microsoft.com/office/officeart/2005/8/layout/vProcess5"/>
    <dgm:cxn modelId="{8F48D5FD-C56B-48C2-8D9C-01E82C95F83F}" type="presOf" srcId="{55DF75ED-6380-41E3-9FBE-EA69E29F3E5E}" destId="{4C0A11E8-96AE-4B0E-B4F5-0EEAC276FB2A}" srcOrd="0" destOrd="0" presId="urn:microsoft.com/office/officeart/2005/8/layout/vProcess5"/>
    <dgm:cxn modelId="{DD9E8B5C-CF0F-4821-A981-E3C8C567A82A}" srcId="{A4315A29-3C4D-40E8-9A2D-02D21AD85CF2}" destId="{C4DDBD7A-23AE-439A-A9BA-7DFB4DA059BA}" srcOrd="4" destOrd="0" parTransId="{94D0DDFA-9CC1-4A0D-AED3-89F1C6F1E074}" sibTransId="{8F8E66BC-7B2C-43F4-822B-EE98D56B4D45}"/>
    <dgm:cxn modelId="{037DAFE7-16BC-40AF-8BDF-C6E252933846}" type="presOf" srcId="{2017E471-E509-405E-B5CD-864D6CECC5BD}" destId="{3500D9B5-F3CB-4AF5-847C-3701BDE96B13}" srcOrd="0" destOrd="0" presId="urn:microsoft.com/office/officeart/2005/8/layout/vProcess5"/>
    <dgm:cxn modelId="{23BF0360-9A54-477D-A13D-09BB24F9135B}" type="presOf" srcId="{BA754434-F1DD-427A-8529-FA3F446BA7E6}" destId="{83DB676C-9D91-4323-B038-6C2AF6ED52F2}" srcOrd="0" destOrd="0" presId="urn:microsoft.com/office/officeart/2005/8/layout/vProcess5"/>
    <dgm:cxn modelId="{0B38DE41-9690-4F92-9230-E0775342C5E5}" srcId="{A4315A29-3C4D-40E8-9A2D-02D21AD85CF2}" destId="{055A1FD7-B5F3-4C80-A36A-AFCE893B733A}" srcOrd="2" destOrd="0" parTransId="{651ED290-FB66-48AE-8442-BA06F2B9E022}" sibTransId="{55DF75ED-6380-41E3-9FBE-EA69E29F3E5E}"/>
    <dgm:cxn modelId="{FA69C710-FF54-46B7-9909-F05C62CD8F07}" srcId="{A4315A29-3C4D-40E8-9A2D-02D21AD85CF2}" destId="{26CD7931-F425-45CB-B02F-28DEB6488E8B}" srcOrd="3" destOrd="0" parTransId="{A0560340-BC27-4816-87FB-3454F78A2071}" sibTransId="{BA754434-F1DD-427A-8529-FA3F446BA7E6}"/>
    <dgm:cxn modelId="{8543E6C6-BD44-4416-B5FC-3F6935C2E88C}" type="presOf" srcId="{7F84654B-E072-403B-9484-1B2757E5711E}" destId="{A455CADF-24BA-4414-95DC-78DD215E1C23}" srcOrd="0" destOrd="0" presId="urn:microsoft.com/office/officeart/2005/8/layout/vProcess5"/>
    <dgm:cxn modelId="{1AC8D3C0-1FFC-4B8B-AC90-E94DFDB1150C}" type="presOf" srcId="{26CD7931-F425-45CB-B02F-28DEB6488E8B}" destId="{82470019-A11A-4CE9-A5AB-31C9F06C3526}" srcOrd="0" destOrd="0" presId="urn:microsoft.com/office/officeart/2005/8/layout/vProcess5"/>
    <dgm:cxn modelId="{C3DB25AE-CE57-4675-AFBC-0D811631276D}" type="presOf" srcId="{C4DDBD7A-23AE-439A-A9BA-7DFB4DA059BA}" destId="{F71C2112-292C-478D-9EFC-609A5EC0D1F4}" srcOrd="1" destOrd="0" presId="urn:microsoft.com/office/officeart/2005/8/layout/vProcess5"/>
    <dgm:cxn modelId="{9F72CA50-123D-4851-A9DC-630D793B4BBB}" type="presOf" srcId="{1A82A335-2402-434D-AF71-77743EE414A3}" destId="{C978595A-3424-4B3C-9AF9-E67AA365552E}" srcOrd="1" destOrd="0" presId="urn:microsoft.com/office/officeart/2005/8/layout/vProcess5"/>
    <dgm:cxn modelId="{3C0A1C06-32B8-4026-9360-3C995FF7318C}" type="presOf" srcId="{055A1FD7-B5F3-4C80-A36A-AFCE893B733A}" destId="{73CB27A0-B65F-4E8D-A0E4-6F89F5699BE8}" srcOrd="1" destOrd="0" presId="urn:microsoft.com/office/officeart/2005/8/layout/vProcess5"/>
    <dgm:cxn modelId="{1183640A-E839-4E8D-B55F-F5F5F54A7481}" type="presOf" srcId="{7F84654B-E072-403B-9484-1B2757E5711E}" destId="{0F90059A-C3EC-4026-AF3F-4267FA8E333D}" srcOrd="1" destOrd="0" presId="urn:microsoft.com/office/officeart/2005/8/layout/vProcess5"/>
    <dgm:cxn modelId="{005F9857-68D6-4F84-A17C-A7BF1DAD13DC}" type="presOf" srcId="{26CD7931-F425-45CB-B02F-28DEB6488E8B}" destId="{337DCF99-4F59-4274-950F-8193CC2B301D}" srcOrd="1" destOrd="0" presId="urn:microsoft.com/office/officeart/2005/8/layout/vProcess5"/>
    <dgm:cxn modelId="{5AEFD560-E13A-46F7-B4CF-36EA4F650E12}" srcId="{A4315A29-3C4D-40E8-9A2D-02D21AD85CF2}" destId="{7F84654B-E072-403B-9484-1B2757E5711E}" srcOrd="1" destOrd="0" parTransId="{479CDCC5-CAD3-4540-9D43-322567F28172}" sibTransId="{EC7C476E-08EF-4565-87C9-B8899DAE406C}"/>
    <dgm:cxn modelId="{19D3F286-49B1-4194-8553-8CB6B7E74F5F}" type="presOf" srcId="{A4315A29-3C4D-40E8-9A2D-02D21AD85CF2}" destId="{C49BC373-B827-47FD-9253-EE1D36D635F7}" srcOrd="0" destOrd="0" presId="urn:microsoft.com/office/officeart/2005/8/layout/vProcess5"/>
    <dgm:cxn modelId="{90C202CA-8111-4D85-8AEB-7DCD0812F976}" type="presOf" srcId="{C4DDBD7A-23AE-439A-A9BA-7DFB4DA059BA}" destId="{4F4859E0-0F5D-4286-97CB-0D6CF84DA867}" srcOrd="0" destOrd="0" presId="urn:microsoft.com/office/officeart/2005/8/layout/vProcess5"/>
    <dgm:cxn modelId="{B56F6EBB-6EF8-403F-BB57-ACAC65994A94}" type="presOf" srcId="{055A1FD7-B5F3-4C80-A36A-AFCE893B733A}" destId="{4BCEECF4-16B0-4132-A084-78374C16B670}" srcOrd="0" destOrd="0" presId="urn:microsoft.com/office/officeart/2005/8/layout/vProcess5"/>
    <dgm:cxn modelId="{1FA13202-EDD7-48E5-AA41-D7B964F45990}" type="presOf" srcId="{1A82A335-2402-434D-AF71-77743EE414A3}" destId="{2AB7D3C9-5D8D-4E40-9F75-34E8EDC43F45}" srcOrd="0" destOrd="0" presId="urn:microsoft.com/office/officeart/2005/8/layout/vProcess5"/>
    <dgm:cxn modelId="{F0F77EEB-2AA5-4769-9D10-CEC277DFEF42}" srcId="{A4315A29-3C4D-40E8-9A2D-02D21AD85CF2}" destId="{1A82A335-2402-434D-AF71-77743EE414A3}" srcOrd="0" destOrd="0" parTransId="{CEAED2A8-FE96-4142-ACE6-E44966911D86}" sibTransId="{2017E471-E509-405E-B5CD-864D6CECC5BD}"/>
    <dgm:cxn modelId="{105A86A9-D94A-4C3C-9A62-C570CD2B56E9}" type="presParOf" srcId="{C49BC373-B827-47FD-9253-EE1D36D635F7}" destId="{60B6ADA3-3374-4E8F-85FA-69C7706015B5}" srcOrd="0" destOrd="0" presId="urn:microsoft.com/office/officeart/2005/8/layout/vProcess5"/>
    <dgm:cxn modelId="{6ABB1C11-61B3-474C-A356-ADFFD01A5A32}" type="presParOf" srcId="{C49BC373-B827-47FD-9253-EE1D36D635F7}" destId="{2AB7D3C9-5D8D-4E40-9F75-34E8EDC43F45}" srcOrd="1" destOrd="0" presId="urn:microsoft.com/office/officeart/2005/8/layout/vProcess5"/>
    <dgm:cxn modelId="{2273F61F-FA9F-41E9-B77B-784E3596F886}" type="presParOf" srcId="{C49BC373-B827-47FD-9253-EE1D36D635F7}" destId="{A455CADF-24BA-4414-95DC-78DD215E1C23}" srcOrd="2" destOrd="0" presId="urn:microsoft.com/office/officeart/2005/8/layout/vProcess5"/>
    <dgm:cxn modelId="{DA371121-8E9F-4B19-AD54-E247FDF6F705}" type="presParOf" srcId="{C49BC373-B827-47FD-9253-EE1D36D635F7}" destId="{4BCEECF4-16B0-4132-A084-78374C16B670}" srcOrd="3" destOrd="0" presId="urn:microsoft.com/office/officeart/2005/8/layout/vProcess5"/>
    <dgm:cxn modelId="{DB822E52-3077-4EBF-A34C-03D91C2777BC}" type="presParOf" srcId="{C49BC373-B827-47FD-9253-EE1D36D635F7}" destId="{82470019-A11A-4CE9-A5AB-31C9F06C3526}" srcOrd="4" destOrd="0" presId="urn:microsoft.com/office/officeart/2005/8/layout/vProcess5"/>
    <dgm:cxn modelId="{CF732325-8B53-48FD-A846-A1E808547E49}" type="presParOf" srcId="{C49BC373-B827-47FD-9253-EE1D36D635F7}" destId="{4F4859E0-0F5D-4286-97CB-0D6CF84DA867}" srcOrd="5" destOrd="0" presId="urn:microsoft.com/office/officeart/2005/8/layout/vProcess5"/>
    <dgm:cxn modelId="{268DD322-FB93-4946-9BEB-B5AC93E479D5}" type="presParOf" srcId="{C49BC373-B827-47FD-9253-EE1D36D635F7}" destId="{3500D9B5-F3CB-4AF5-847C-3701BDE96B13}" srcOrd="6" destOrd="0" presId="urn:microsoft.com/office/officeart/2005/8/layout/vProcess5"/>
    <dgm:cxn modelId="{11F796CF-69ED-4EA4-9855-12922BB670B1}" type="presParOf" srcId="{C49BC373-B827-47FD-9253-EE1D36D635F7}" destId="{7841CD4D-1417-4702-B205-746088D00755}" srcOrd="7" destOrd="0" presId="urn:microsoft.com/office/officeart/2005/8/layout/vProcess5"/>
    <dgm:cxn modelId="{BAFCFA53-6EF2-45EF-92AE-F798A5292659}" type="presParOf" srcId="{C49BC373-B827-47FD-9253-EE1D36D635F7}" destId="{4C0A11E8-96AE-4B0E-B4F5-0EEAC276FB2A}" srcOrd="8" destOrd="0" presId="urn:microsoft.com/office/officeart/2005/8/layout/vProcess5"/>
    <dgm:cxn modelId="{73741E30-7022-448D-8C90-F716519A06E7}" type="presParOf" srcId="{C49BC373-B827-47FD-9253-EE1D36D635F7}" destId="{83DB676C-9D91-4323-B038-6C2AF6ED52F2}" srcOrd="9" destOrd="0" presId="urn:microsoft.com/office/officeart/2005/8/layout/vProcess5"/>
    <dgm:cxn modelId="{5EDE91F7-07E5-4BE2-94DE-15FEA63F90A8}" type="presParOf" srcId="{C49BC373-B827-47FD-9253-EE1D36D635F7}" destId="{C978595A-3424-4B3C-9AF9-E67AA365552E}" srcOrd="10" destOrd="0" presId="urn:microsoft.com/office/officeart/2005/8/layout/vProcess5"/>
    <dgm:cxn modelId="{C69FFD3F-5688-49EF-AED7-806CD9C1A8E6}" type="presParOf" srcId="{C49BC373-B827-47FD-9253-EE1D36D635F7}" destId="{0F90059A-C3EC-4026-AF3F-4267FA8E333D}" srcOrd="11" destOrd="0" presId="urn:microsoft.com/office/officeart/2005/8/layout/vProcess5"/>
    <dgm:cxn modelId="{7E1CC9FA-6361-414C-9611-1EA8EF5BA328}" type="presParOf" srcId="{C49BC373-B827-47FD-9253-EE1D36D635F7}" destId="{73CB27A0-B65F-4E8D-A0E4-6F89F5699BE8}" srcOrd="12" destOrd="0" presId="urn:microsoft.com/office/officeart/2005/8/layout/vProcess5"/>
    <dgm:cxn modelId="{EAE55176-3CD0-491A-837C-33F03A99CA98}" type="presParOf" srcId="{C49BC373-B827-47FD-9253-EE1D36D635F7}" destId="{337DCF99-4F59-4274-950F-8193CC2B301D}" srcOrd="13" destOrd="0" presId="urn:microsoft.com/office/officeart/2005/8/layout/vProcess5"/>
    <dgm:cxn modelId="{376E4B49-3BD2-439F-8076-7399DE412683}" type="presParOf" srcId="{C49BC373-B827-47FD-9253-EE1D36D635F7}" destId="{F71C2112-292C-478D-9EFC-609A5EC0D1F4}"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D7E77EF-2C5E-4A15-B134-414B72FD38B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CCD9AEA-2DF1-4BDA-AA56-AC4C900D5A06}">
      <dgm:prSet/>
      <dgm:spPr/>
      <dgm:t>
        <a:bodyPr/>
        <a:lstStyle/>
        <a:p>
          <a:pPr>
            <a:lnSpc>
              <a:spcPct val="100000"/>
            </a:lnSpc>
          </a:pPr>
          <a:r>
            <a:rPr lang="en-US"/>
            <a:t>The Virtual DOM is a concept used by libraries like React.js to optimize the process of updating the actual DOM.</a:t>
          </a:r>
        </a:p>
      </dgm:t>
    </dgm:pt>
    <dgm:pt modelId="{8D3D638D-9EBA-417F-9AE1-0B56829A70D7}" type="parTrans" cxnId="{9780F50F-AD48-438F-B54C-A88F618357F0}">
      <dgm:prSet/>
      <dgm:spPr/>
      <dgm:t>
        <a:bodyPr/>
        <a:lstStyle/>
        <a:p>
          <a:endParaRPr lang="en-US"/>
        </a:p>
      </dgm:t>
    </dgm:pt>
    <dgm:pt modelId="{539259B7-C2A1-4FE4-A589-BB250F131D08}" type="sibTrans" cxnId="{9780F50F-AD48-438F-B54C-A88F618357F0}">
      <dgm:prSet/>
      <dgm:spPr/>
      <dgm:t>
        <a:bodyPr/>
        <a:lstStyle/>
        <a:p>
          <a:endParaRPr lang="en-US"/>
        </a:p>
      </dgm:t>
    </dgm:pt>
    <dgm:pt modelId="{88A60F3C-0B6F-4D3D-9993-7B4E6818F621}">
      <dgm:prSet/>
      <dgm:spPr/>
      <dgm:t>
        <a:bodyPr/>
        <a:lstStyle/>
        <a:p>
          <a:pPr>
            <a:lnSpc>
              <a:spcPct val="100000"/>
            </a:lnSpc>
          </a:pPr>
          <a:r>
            <a:rPr lang="en-US"/>
            <a:t>It is a lightweight copy of the DOM tree maintained by the framework or library.</a:t>
          </a:r>
        </a:p>
      </dgm:t>
    </dgm:pt>
    <dgm:pt modelId="{63461C7F-71A7-47D2-BE17-D133A5A99258}" type="parTrans" cxnId="{4D7C25D7-F96E-45A5-80BB-FC8B20A403BF}">
      <dgm:prSet/>
      <dgm:spPr/>
      <dgm:t>
        <a:bodyPr/>
        <a:lstStyle/>
        <a:p>
          <a:endParaRPr lang="en-US"/>
        </a:p>
      </dgm:t>
    </dgm:pt>
    <dgm:pt modelId="{2BA9636E-C717-4464-926C-958C69DF6F1C}" type="sibTrans" cxnId="{4D7C25D7-F96E-45A5-80BB-FC8B20A403BF}">
      <dgm:prSet/>
      <dgm:spPr/>
      <dgm:t>
        <a:bodyPr/>
        <a:lstStyle/>
        <a:p>
          <a:endParaRPr lang="en-US"/>
        </a:p>
      </dgm:t>
    </dgm:pt>
    <dgm:pt modelId="{4BA8F35A-DF25-4F4E-B81C-B5265C13A361}">
      <dgm:prSet/>
      <dgm:spPr/>
      <dgm:t>
        <a:bodyPr/>
        <a:lstStyle/>
        <a:p>
          <a:pPr>
            <a:lnSpc>
              <a:spcPct val="100000"/>
            </a:lnSpc>
          </a:pPr>
          <a:r>
            <a:rPr lang="en-US"/>
            <a:t>When there are changes to be made to the UI, instead of directly manipulating the actual DOM, changes are first made to the Virtual DOM.</a:t>
          </a:r>
        </a:p>
      </dgm:t>
    </dgm:pt>
    <dgm:pt modelId="{4F611526-D888-4CE1-9249-14B27B4C9914}" type="parTrans" cxnId="{7FA05571-614C-4752-927B-2BFD2CFB49A7}">
      <dgm:prSet/>
      <dgm:spPr/>
      <dgm:t>
        <a:bodyPr/>
        <a:lstStyle/>
        <a:p>
          <a:endParaRPr lang="en-US"/>
        </a:p>
      </dgm:t>
    </dgm:pt>
    <dgm:pt modelId="{3838689E-8416-4B5E-8BA3-1E83B73F2D2A}" type="sibTrans" cxnId="{7FA05571-614C-4752-927B-2BFD2CFB49A7}">
      <dgm:prSet/>
      <dgm:spPr/>
      <dgm:t>
        <a:bodyPr/>
        <a:lstStyle/>
        <a:p>
          <a:endParaRPr lang="en-US"/>
        </a:p>
      </dgm:t>
    </dgm:pt>
    <dgm:pt modelId="{627CF194-6A3D-470D-BA0E-BBC23D4ED9E9}">
      <dgm:prSet/>
      <dgm:spPr/>
      <dgm:t>
        <a:bodyPr/>
        <a:lstStyle/>
        <a:p>
          <a:pPr>
            <a:lnSpc>
              <a:spcPct val="100000"/>
            </a:lnSpc>
          </a:pPr>
          <a:r>
            <a:rPr lang="en-US"/>
            <a:t>After the changes are made to the Virtual DOM, the framework compares it with the previous state of the Virtual DOM to determine the minimal set of changes needed to update the actual DOM.</a:t>
          </a:r>
        </a:p>
      </dgm:t>
    </dgm:pt>
    <dgm:pt modelId="{1F4706ED-93DE-48CD-B705-E972986018DD}" type="parTrans" cxnId="{1E3737EC-B3E4-44C7-B8E9-7D54249E4970}">
      <dgm:prSet/>
      <dgm:spPr/>
      <dgm:t>
        <a:bodyPr/>
        <a:lstStyle/>
        <a:p>
          <a:endParaRPr lang="en-US"/>
        </a:p>
      </dgm:t>
    </dgm:pt>
    <dgm:pt modelId="{7D184E5B-A881-4CD7-A981-6C99D2CCB737}" type="sibTrans" cxnId="{1E3737EC-B3E4-44C7-B8E9-7D54249E4970}">
      <dgm:prSet/>
      <dgm:spPr/>
      <dgm:t>
        <a:bodyPr/>
        <a:lstStyle/>
        <a:p>
          <a:endParaRPr lang="en-US"/>
        </a:p>
      </dgm:t>
    </dgm:pt>
    <dgm:pt modelId="{046F434D-1E8F-40BE-99F2-A08AE3C6BB09}">
      <dgm:prSet/>
      <dgm:spPr/>
      <dgm:t>
        <a:bodyPr/>
        <a:lstStyle/>
        <a:p>
          <a:pPr>
            <a:lnSpc>
              <a:spcPct val="100000"/>
            </a:lnSpc>
          </a:pPr>
          <a:r>
            <a:rPr lang="en-US"/>
            <a:t>Once the minimal set of changes is determined, the framework updates the actual DOM accordingly, resulting in improved performance compared to direct DOM manipulation.</a:t>
          </a:r>
        </a:p>
      </dgm:t>
    </dgm:pt>
    <dgm:pt modelId="{5C49F404-7AB8-4F95-9BE9-01C91D74ABAD}" type="parTrans" cxnId="{DF60A799-A37A-4D85-94BD-A1E8FD68AEE8}">
      <dgm:prSet/>
      <dgm:spPr/>
      <dgm:t>
        <a:bodyPr/>
        <a:lstStyle/>
        <a:p>
          <a:endParaRPr lang="en-US"/>
        </a:p>
      </dgm:t>
    </dgm:pt>
    <dgm:pt modelId="{0F9A8792-A6EA-4F3B-A8E1-8ACCD8F1E864}" type="sibTrans" cxnId="{DF60A799-A37A-4D85-94BD-A1E8FD68AEE8}">
      <dgm:prSet/>
      <dgm:spPr/>
      <dgm:t>
        <a:bodyPr/>
        <a:lstStyle/>
        <a:p>
          <a:endParaRPr lang="en-US"/>
        </a:p>
      </dgm:t>
    </dgm:pt>
    <dgm:pt modelId="{5EE842CF-EDEB-49FA-B85E-B02ED8D9FFB6}">
      <dgm:prSet/>
      <dgm:spPr/>
      <dgm:t>
        <a:bodyPr/>
        <a:lstStyle/>
        <a:p>
          <a:pPr>
            <a:lnSpc>
              <a:spcPct val="100000"/>
            </a:lnSpc>
          </a:pPr>
          <a:r>
            <a:rPr lang="en-US"/>
            <a:t>The Virtual DOM is essentially a layer of abstraction that helps optimize rendering performance by reducing the number of manipulations needed on the actual DOM.</a:t>
          </a:r>
        </a:p>
      </dgm:t>
    </dgm:pt>
    <dgm:pt modelId="{01A5AD43-F6BA-4583-A454-EE3F2FE988EA}" type="parTrans" cxnId="{0233DD2A-8F38-4B61-B1E5-C90BE0C5E91D}">
      <dgm:prSet/>
      <dgm:spPr/>
      <dgm:t>
        <a:bodyPr/>
        <a:lstStyle/>
        <a:p>
          <a:endParaRPr lang="en-US"/>
        </a:p>
      </dgm:t>
    </dgm:pt>
    <dgm:pt modelId="{2F50E97C-2D39-4367-9592-7A722A3257EF}" type="sibTrans" cxnId="{0233DD2A-8F38-4B61-B1E5-C90BE0C5E91D}">
      <dgm:prSet/>
      <dgm:spPr/>
      <dgm:t>
        <a:bodyPr/>
        <a:lstStyle/>
        <a:p>
          <a:endParaRPr lang="en-US"/>
        </a:p>
      </dgm:t>
    </dgm:pt>
    <dgm:pt modelId="{00F396BE-1FC9-46C5-B22A-882B14F15403}" type="pres">
      <dgm:prSet presAssocID="{BD7E77EF-2C5E-4A15-B134-414B72FD38B8}" presName="root" presStyleCnt="0">
        <dgm:presLayoutVars>
          <dgm:dir/>
          <dgm:resizeHandles val="exact"/>
        </dgm:presLayoutVars>
      </dgm:prSet>
      <dgm:spPr/>
      <dgm:t>
        <a:bodyPr/>
        <a:lstStyle/>
        <a:p>
          <a:endParaRPr lang="en-US"/>
        </a:p>
      </dgm:t>
    </dgm:pt>
    <dgm:pt modelId="{09912903-B7E4-45EB-BD38-02AB41237AFB}" type="pres">
      <dgm:prSet presAssocID="{ACCD9AEA-2DF1-4BDA-AA56-AC4C900D5A06}" presName="compNode" presStyleCnt="0"/>
      <dgm:spPr/>
    </dgm:pt>
    <dgm:pt modelId="{9BE50959-0704-4203-8DEA-B8DC33BB9FBE}" type="pres">
      <dgm:prSet presAssocID="{ACCD9AEA-2DF1-4BDA-AA56-AC4C900D5A06}" presName="bgRect" presStyleLbl="bgShp" presStyleIdx="0" presStyleCnt="6"/>
      <dgm:spPr/>
    </dgm:pt>
    <dgm:pt modelId="{A2E83DD4-DB34-457B-B291-F76DF8957338}" type="pres">
      <dgm:prSet presAssocID="{ACCD9AEA-2DF1-4BDA-AA56-AC4C900D5A06}" presName="iconRect" presStyleLbl="node1" presStyleIdx="0" presStyleCnt="6"/>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dgm:spPr>
      <dgm:t>
        <a:bodyPr/>
        <a:lstStyle/>
        <a:p>
          <a:endParaRPr lang="en-US"/>
        </a:p>
      </dgm:t>
      <dgm:extLst>
        <a:ext uri="{E40237B7-FDA0-4F09-8148-C483321AD2D9}">
          <dgm14:cNvPr xmlns:dgm14="http://schemas.microsoft.com/office/drawing/2010/diagram" id="0" name="" descr="Processor"/>
        </a:ext>
      </dgm:extLst>
    </dgm:pt>
    <dgm:pt modelId="{C3832058-D5A3-4595-8EEE-19F0E37FCC4B}" type="pres">
      <dgm:prSet presAssocID="{ACCD9AEA-2DF1-4BDA-AA56-AC4C900D5A06}" presName="spaceRect" presStyleCnt="0"/>
      <dgm:spPr/>
    </dgm:pt>
    <dgm:pt modelId="{2D7E5851-671F-4C88-BE64-B3AD7989F00C}" type="pres">
      <dgm:prSet presAssocID="{ACCD9AEA-2DF1-4BDA-AA56-AC4C900D5A06}" presName="parTx" presStyleLbl="revTx" presStyleIdx="0" presStyleCnt="6">
        <dgm:presLayoutVars>
          <dgm:chMax val="0"/>
          <dgm:chPref val="0"/>
        </dgm:presLayoutVars>
      </dgm:prSet>
      <dgm:spPr/>
      <dgm:t>
        <a:bodyPr/>
        <a:lstStyle/>
        <a:p>
          <a:endParaRPr lang="en-US"/>
        </a:p>
      </dgm:t>
    </dgm:pt>
    <dgm:pt modelId="{5CAAC84D-4360-4386-A8D5-0743A458B2CC}" type="pres">
      <dgm:prSet presAssocID="{539259B7-C2A1-4FE4-A589-BB250F131D08}" presName="sibTrans" presStyleCnt="0"/>
      <dgm:spPr/>
    </dgm:pt>
    <dgm:pt modelId="{0A1938C4-5536-4052-95FE-933BFC77FB6D}" type="pres">
      <dgm:prSet presAssocID="{88A60F3C-0B6F-4D3D-9993-7B4E6818F621}" presName="compNode" presStyleCnt="0"/>
      <dgm:spPr/>
    </dgm:pt>
    <dgm:pt modelId="{92CCF507-2659-41C2-B5CB-2C9E0E999721}" type="pres">
      <dgm:prSet presAssocID="{88A60F3C-0B6F-4D3D-9993-7B4E6818F621}" presName="bgRect" presStyleLbl="bgShp" presStyleIdx="1" presStyleCnt="6"/>
      <dgm:spPr/>
    </dgm:pt>
    <dgm:pt modelId="{45EE303E-57F9-4194-AC47-2EF437E7B270}" type="pres">
      <dgm:prSet presAssocID="{88A60F3C-0B6F-4D3D-9993-7B4E6818F621}" presName="iconRect" presStyleLbl="node1" presStyleIdx="1" presStyleCnt="6"/>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dgm:spPr>
      <dgm:t>
        <a:bodyPr/>
        <a:lstStyle/>
        <a:p>
          <a:endParaRPr lang="en-US"/>
        </a:p>
      </dgm:t>
      <dgm:extLst>
        <a:ext uri="{E40237B7-FDA0-4F09-8148-C483321AD2D9}">
          <dgm14:cNvPr xmlns:dgm14="http://schemas.microsoft.com/office/drawing/2010/diagram" id="0" name="" descr="Shredder"/>
        </a:ext>
      </dgm:extLst>
    </dgm:pt>
    <dgm:pt modelId="{0D96286D-E92A-4F70-B8BA-C834E485652E}" type="pres">
      <dgm:prSet presAssocID="{88A60F3C-0B6F-4D3D-9993-7B4E6818F621}" presName="spaceRect" presStyleCnt="0"/>
      <dgm:spPr/>
    </dgm:pt>
    <dgm:pt modelId="{F48910C3-E655-4EE0-A4D4-C6B727A41AF8}" type="pres">
      <dgm:prSet presAssocID="{88A60F3C-0B6F-4D3D-9993-7B4E6818F621}" presName="parTx" presStyleLbl="revTx" presStyleIdx="1" presStyleCnt="6">
        <dgm:presLayoutVars>
          <dgm:chMax val="0"/>
          <dgm:chPref val="0"/>
        </dgm:presLayoutVars>
      </dgm:prSet>
      <dgm:spPr/>
      <dgm:t>
        <a:bodyPr/>
        <a:lstStyle/>
        <a:p>
          <a:endParaRPr lang="en-US"/>
        </a:p>
      </dgm:t>
    </dgm:pt>
    <dgm:pt modelId="{02C1F755-DC6C-4D53-8886-FD1852477B5E}" type="pres">
      <dgm:prSet presAssocID="{2BA9636E-C717-4464-926C-958C69DF6F1C}" presName="sibTrans" presStyleCnt="0"/>
      <dgm:spPr/>
    </dgm:pt>
    <dgm:pt modelId="{B6975A76-FCF3-410C-B031-0713507E0EC4}" type="pres">
      <dgm:prSet presAssocID="{4BA8F35A-DF25-4F4E-B81C-B5265C13A361}" presName="compNode" presStyleCnt="0"/>
      <dgm:spPr/>
    </dgm:pt>
    <dgm:pt modelId="{DDA1339B-8AB6-4366-99F4-2A070C2ABBFA}" type="pres">
      <dgm:prSet presAssocID="{4BA8F35A-DF25-4F4E-B81C-B5265C13A361}" presName="bgRect" presStyleLbl="bgShp" presStyleIdx="2" presStyleCnt="6"/>
      <dgm:spPr/>
    </dgm:pt>
    <dgm:pt modelId="{EFB6B067-E05E-4EA8-BF92-F3080639ACDB}" type="pres">
      <dgm:prSet presAssocID="{4BA8F35A-DF25-4F4E-B81C-B5265C13A361}" presName="iconRect" presStyleLbl="node1" presStyleIdx="2" presStyleCnt="6"/>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dgm:spPr>
      <dgm:t>
        <a:bodyPr/>
        <a:lstStyle/>
        <a:p>
          <a:endParaRPr lang="en-US"/>
        </a:p>
      </dgm:t>
      <dgm:extLst>
        <a:ext uri="{E40237B7-FDA0-4F09-8148-C483321AD2D9}">
          <dgm14:cNvPr xmlns:dgm14="http://schemas.microsoft.com/office/drawing/2010/diagram" id="0" name="" descr="Web Design"/>
        </a:ext>
      </dgm:extLst>
    </dgm:pt>
    <dgm:pt modelId="{804D8D0E-70A7-49E4-8AD3-F3A27F6FFF86}" type="pres">
      <dgm:prSet presAssocID="{4BA8F35A-DF25-4F4E-B81C-B5265C13A361}" presName="spaceRect" presStyleCnt="0"/>
      <dgm:spPr/>
    </dgm:pt>
    <dgm:pt modelId="{4CC6A2BD-C421-4061-911F-A4D074985BCB}" type="pres">
      <dgm:prSet presAssocID="{4BA8F35A-DF25-4F4E-B81C-B5265C13A361}" presName="parTx" presStyleLbl="revTx" presStyleIdx="2" presStyleCnt="6">
        <dgm:presLayoutVars>
          <dgm:chMax val="0"/>
          <dgm:chPref val="0"/>
        </dgm:presLayoutVars>
      </dgm:prSet>
      <dgm:spPr/>
      <dgm:t>
        <a:bodyPr/>
        <a:lstStyle/>
        <a:p>
          <a:endParaRPr lang="en-US"/>
        </a:p>
      </dgm:t>
    </dgm:pt>
    <dgm:pt modelId="{88E12123-4C87-4CE7-AB83-33638A8F3D66}" type="pres">
      <dgm:prSet presAssocID="{3838689E-8416-4B5E-8BA3-1E83B73F2D2A}" presName="sibTrans" presStyleCnt="0"/>
      <dgm:spPr/>
    </dgm:pt>
    <dgm:pt modelId="{03B11F46-A0A8-4F33-81DE-C05E336B4810}" type="pres">
      <dgm:prSet presAssocID="{627CF194-6A3D-470D-BA0E-BBC23D4ED9E9}" presName="compNode" presStyleCnt="0"/>
      <dgm:spPr/>
    </dgm:pt>
    <dgm:pt modelId="{A21FFE24-A492-4149-92BA-9CC1589AB61F}" type="pres">
      <dgm:prSet presAssocID="{627CF194-6A3D-470D-BA0E-BBC23D4ED9E9}" presName="bgRect" presStyleLbl="bgShp" presStyleIdx="3" presStyleCnt="6"/>
      <dgm:spPr/>
    </dgm:pt>
    <dgm:pt modelId="{93666E77-79B5-474B-A33F-FD5932C0FF8C}" type="pres">
      <dgm:prSet presAssocID="{627CF194-6A3D-470D-BA0E-BBC23D4ED9E9}" presName="iconRect" presStyleLbl="node1" presStyleIdx="3" presStyleCnt="6"/>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dgm:spPr>
      <dgm:t>
        <a:bodyPr/>
        <a:lstStyle/>
        <a:p>
          <a:endParaRPr lang="en-US"/>
        </a:p>
      </dgm:t>
      <dgm:extLst>
        <a:ext uri="{E40237B7-FDA0-4F09-8148-C483321AD2D9}">
          <dgm14:cNvPr xmlns:dgm14="http://schemas.microsoft.com/office/drawing/2010/diagram" id="0" name="" descr="Flowchart"/>
        </a:ext>
      </dgm:extLst>
    </dgm:pt>
    <dgm:pt modelId="{85BD9D18-5BA8-41F6-A84A-41EE4DE2A466}" type="pres">
      <dgm:prSet presAssocID="{627CF194-6A3D-470D-BA0E-BBC23D4ED9E9}" presName="spaceRect" presStyleCnt="0"/>
      <dgm:spPr/>
    </dgm:pt>
    <dgm:pt modelId="{66A09E1C-5592-41B1-99A1-9253C8D2EE81}" type="pres">
      <dgm:prSet presAssocID="{627CF194-6A3D-470D-BA0E-BBC23D4ED9E9}" presName="parTx" presStyleLbl="revTx" presStyleIdx="3" presStyleCnt="6">
        <dgm:presLayoutVars>
          <dgm:chMax val="0"/>
          <dgm:chPref val="0"/>
        </dgm:presLayoutVars>
      </dgm:prSet>
      <dgm:spPr/>
      <dgm:t>
        <a:bodyPr/>
        <a:lstStyle/>
        <a:p>
          <a:endParaRPr lang="en-US"/>
        </a:p>
      </dgm:t>
    </dgm:pt>
    <dgm:pt modelId="{41DDDC3E-92C6-4A7E-8740-4082EA7A5C92}" type="pres">
      <dgm:prSet presAssocID="{7D184E5B-A881-4CD7-A981-6C99D2CCB737}" presName="sibTrans" presStyleCnt="0"/>
      <dgm:spPr/>
    </dgm:pt>
    <dgm:pt modelId="{4BD8376B-6CB7-4591-AF7A-68CFCA19D22F}" type="pres">
      <dgm:prSet presAssocID="{046F434D-1E8F-40BE-99F2-A08AE3C6BB09}" presName="compNode" presStyleCnt="0"/>
      <dgm:spPr/>
    </dgm:pt>
    <dgm:pt modelId="{6163F126-2717-4D80-8924-5FD51447EA99}" type="pres">
      <dgm:prSet presAssocID="{046F434D-1E8F-40BE-99F2-A08AE3C6BB09}" presName="bgRect" presStyleLbl="bgShp" presStyleIdx="4" presStyleCnt="6"/>
      <dgm:spPr/>
    </dgm:pt>
    <dgm:pt modelId="{EC282729-149F-4C70-8721-BB4E960A2096}" type="pres">
      <dgm:prSet presAssocID="{046F434D-1E8F-40BE-99F2-A08AE3C6BB09}" presName="iconRect" presStyleLbl="node1" presStyleIdx="4" presStyleCnt="6"/>
      <dgm:spPr>
        <a:blipFill>
          <a:blip xmlns:r="http://schemas.openxmlformats.org/officeDocument/2006/relationships" r:embed="rId9" cstate="print">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a:blipFill>
      </dgm:spPr>
      <dgm:t>
        <a:bodyPr/>
        <a:lstStyle/>
        <a:p>
          <a:endParaRPr lang="en-US"/>
        </a:p>
      </dgm:t>
      <dgm:extLst>
        <a:ext uri="{E40237B7-FDA0-4F09-8148-C483321AD2D9}">
          <dgm14:cNvPr xmlns:dgm14="http://schemas.microsoft.com/office/drawing/2010/diagram" id="0" name="" descr="Disconnected"/>
        </a:ext>
      </dgm:extLst>
    </dgm:pt>
    <dgm:pt modelId="{72E59C17-4495-4925-A7D8-960A933C68C3}" type="pres">
      <dgm:prSet presAssocID="{046F434D-1E8F-40BE-99F2-A08AE3C6BB09}" presName="spaceRect" presStyleCnt="0"/>
      <dgm:spPr/>
    </dgm:pt>
    <dgm:pt modelId="{BC528473-B7F5-4EFE-B736-34C7AE006861}" type="pres">
      <dgm:prSet presAssocID="{046F434D-1E8F-40BE-99F2-A08AE3C6BB09}" presName="parTx" presStyleLbl="revTx" presStyleIdx="4" presStyleCnt="6">
        <dgm:presLayoutVars>
          <dgm:chMax val="0"/>
          <dgm:chPref val="0"/>
        </dgm:presLayoutVars>
      </dgm:prSet>
      <dgm:spPr/>
      <dgm:t>
        <a:bodyPr/>
        <a:lstStyle/>
        <a:p>
          <a:endParaRPr lang="en-US"/>
        </a:p>
      </dgm:t>
    </dgm:pt>
    <dgm:pt modelId="{42E04795-1CBC-4037-8880-46FABD4D992A}" type="pres">
      <dgm:prSet presAssocID="{0F9A8792-A6EA-4F3B-A8E1-8ACCD8F1E864}" presName="sibTrans" presStyleCnt="0"/>
      <dgm:spPr/>
    </dgm:pt>
    <dgm:pt modelId="{53CC2E3A-2950-4609-B89C-12F7CF1A5D7A}" type="pres">
      <dgm:prSet presAssocID="{5EE842CF-EDEB-49FA-B85E-B02ED8D9FFB6}" presName="compNode" presStyleCnt="0"/>
      <dgm:spPr/>
    </dgm:pt>
    <dgm:pt modelId="{DC73121B-ED2D-4ADB-9AC3-5CFDD94F0A3D}" type="pres">
      <dgm:prSet presAssocID="{5EE842CF-EDEB-49FA-B85E-B02ED8D9FFB6}" presName="bgRect" presStyleLbl="bgShp" presStyleIdx="5" presStyleCnt="6"/>
      <dgm:spPr/>
    </dgm:pt>
    <dgm:pt modelId="{8B646E36-3883-418E-979E-51DCBFD23BBB}" type="pres">
      <dgm:prSet presAssocID="{5EE842CF-EDEB-49FA-B85E-B02ED8D9FFB6}" presName="iconRect" presStyleLbl="node1" presStyleIdx="5" presStyleCnt="6"/>
      <dgm:spPr>
        <a:blipFill>
          <a:blip xmlns:r="http://schemas.openxmlformats.org/officeDocument/2006/relationships" r:embed="rId11" cstate="print">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a:blipFill>
      </dgm:spPr>
      <dgm:t>
        <a:bodyPr/>
        <a:lstStyle/>
        <a:p>
          <a:endParaRPr lang="en-US"/>
        </a:p>
      </dgm:t>
      <dgm:extLst>
        <a:ext uri="{E40237B7-FDA0-4F09-8148-C483321AD2D9}">
          <dgm14:cNvPr xmlns:dgm14="http://schemas.microsoft.com/office/drawing/2010/diagram" id="0" name="" descr="Gears"/>
        </a:ext>
      </dgm:extLst>
    </dgm:pt>
    <dgm:pt modelId="{F676CC20-B73F-45BD-89F4-068DC4B4A6BB}" type="pres">
      <dgm:prSet presAssocID="{5EE842CF-EDEB-49FA-B85E-B02ED8D9FFB6}" presName="spaceRect" presStyleCnt="0"/>
      <dgm:spPr/>
    </dgm:pt>
    <dgm:pt modelId="{EC258B26-6134-4E63-A5B5-222C8FB10383}" type="pres">
      <dgm:prSet presAssocID="{5EE842CF-EDEB-49FA-B85E-B02ED8D9FFB6}" presName="parTx" presStyleLbl="revTx" presStyleIdx="5" presStyleCnt="6">
        <dgm:presLayoutVars>
          <dgm:chMax val="0"/>
          <dgm:chPref val="0"/>
        </dgm:presLayoutVars>
      </dgm:prSet>
      <dgm:spPr/>
      <dgm:t>
        <a:bodyPr/>
        <a:lstStyle/>
        <a:p>
          <a:endParaRPr lang="en-US"/>
        </a:p>
      </dgm:t>
    </dgm:pt>
  </dgm:ptLst>
  <dgm:cxnLst>
    <dgm:cxn modelId="{2287FB8D-C204-4717-8019-6D38ADACE72B}" type="presOf" srcId="{046F434D-1E8F-40BE-99F2-A08AE3C6BB09}" destId="{BC528473-B7F5-4EFE-B736-34C7AE006861}" srcOrd="0" destOrd="0" presId="urn:microsoft.com/office/officeart/2018/2/layout/IconVerticalSolidList"/>
    <dgm:cxn modelId="{D11E004E-DF63-4321-9F01-DE7FCC8FC978}" type="presOf" srcId="{4BA8F35A-DF25-4F4E-B81C-B5265C13A361}" destId="{4CC6A2BD-C421-4061-911F-A4D074985BCB}" srcOrd="0" destOrd="0" presId="urn:microsoft.com/office/officeart/2018/2/layout/IconVerticalSolidList"/>
    <dgm:cxn modelId="{198AED4E-502A-4A19-9197-7838BB0306D6}" type="presOf" srcId="{5EE842CF-EDEB-49FA-B85E-B02ED8D9FFB6}" destId="{EC258B26-6134-4E63-A5B5-222C8FB10383}" srcOrd="0" destOrd="0" presId="urn:microsoft.com/office/officeart/2018/2/layout/IconVerticalSolidList"/>
    <dgm:cxn modelId="{25D5D825-0E82-4291-852A-63C1BA15D0E1}" type="presOf" srcId="{ACCD9AEA-2DF1-4BDA-AA56-AC4C900D5A06}" destId="{2D7E5851-671F-4C88-BE64-B3AD7989F00C}" srcOrd="0" destOrd="0" presId="urn:microsoft.com/office/officeart/2018/2/layout/IconVerticalSolidList"/>
    <dgm:cxn modelId="{1E3737EC-B3E4-44C7-B8E9-7D54249E4970}" srcId="{BD7E77EF-2C5E-4A15-B134-414B72FD38B8}" destId="{627CF194-6A3D-470D-BA0E-BBC23D4ED9E9}" srcOrd="3" destOrd="0" parTransId="{1F4706ED-93DE-48CD-B705-E972986018DD}" sibTransId="{7D184E5B-A881-4CD7-A981-6C99D2CCB737}"/>
    <dgm:cxn modelId="{9780F50F-AD48-438F-B54C-A88F618357F0}" srcId="{BD7E77EF-2C5E-4A15-B134-414B72FD38B8}" destId="{ACCD9AEA-2DF1-4BDA-AA56-AC4C900D5A06}" srcOrd="0" destOrd="0" parTransId="{8D3D638D-9EBA-417F-9AE1-0B56829A70D7}" sibTransId="{539259B7-C2A1-4FE4-A589-BB250F131D08}"/>
    <dgm:cxn modelId="{DF60A799-A37A-4D85-94BD-A1E8FD68AEE8}" srcId="{BD7E77EF-2C5E-4A15-B134-414B72FD38B8}" destId="{046F434D-1E8F-40BE-99F2-A08AE3C6BB09}" srcOrd="4" destOrd="0" parTransId="{5C49F404-7AB8-4F95-9BE9-01C91D74ABAD}" sibTransId="{0F9A8792-A6EA-4F3B-A8E1-8ACCD8F1E864}"/>
    <dgm:cxn modelId="{0233DD2A-8F38-4B61-B1E5-C90BE0C5E91D}" srcId="{BD7E77EF-2C5E-4A15-B134-414B72FD38B8}" destId="{5EE842CF-EDEB-49FA-B85E-B02ED8D9FFB6}" srcOrd="5" destOrd="0" parTransId="{01A5AD43-F6BA-4583-A454-EE3F2FE988EA}" sibTransId="{2F50E97C-2D39-4367-9592-7A722A3257EF}"/>
    <dgm:cxn modelId="{EDA21E99-26EF-42CD-B31C-9C093CC31CDC}" type="presOf" srcId="{88A60F3C-0B6F-4D3D-9993-7B4E6818F621}" destId="{F48910C3-E655-4EE0-A4D4-C6B727A41AF8}" srcOrd="0" destOrd="0" presId="urn:microsoft.com/office/officeart/2018/2/layout/IconVerticalSolidList"/>
    <dgm:cxn modelId="{5CBE6D6A-E3BF-49D7-A5FF-C5DE646834A9}" type="presOf" srcId="{627CF194-6A3D-470D-BA0E-BBC23D4ED9E9}" destId="{66A09E1C-5592-41B1-99A1-9253C8D2EE81}" srcOrd="0" destOrd="0" presId="urn:microsoft.com/office/officeart/2018/2/layout/IconVerticalSolidList"/>
    <dgm:cxn modelId="{7FA05571-614C-4752-927B-2BFD2CFB49A7}" srcId="{BD7E77EF-2C5E-4A15-B134-414B72FD38B8}" destId="{4BA8F35A-DF25-4F4E-B81C-B5265C13A361}" srcOrd="2" destOrd="0" parTransId="{4F611526-D888-4CE1-9249-14B27B4C9914}" sibTransId="{3838689E-8416-4B5E-8BA3-1E83B73F2D2A}"/>
    <dgm:cxn modelId="{4D7C25D7-F96E-45A5-80BB-FC8B20A403BF}" srcId="{BD7E77EF-2C5E-4A15-B134-414B72FD38B8}" destId="{88A60F3C-0B6F-4D3D-9993-7B4E6818F621}" srcOrd="1" destOrd="0" parTransId="{63461C7F-71A7-47D2-BE17-D133A5A99258}" sibTransId="{2BA9636E-C717-4464-926C-958C69DF6F1C}"/>
    <dgm:cxn modelId="{34862530-14DE-406F-BC07-1202054F0AFC}" type="presOf" srcId="{BD7E77EF-2C5E-4A15-B134-414B72FD38B8}" destId="{00F396BE-1FC9-46C5-B22A-882B14F15403}" srcOrd="0" destOrd="0" presId="urn:microsoft.com/office/officeart/2018/2/layout/IconVerticalSolidList"/>
    <dgm:cxn modelId="{44D99CB9-7131-4B3F-B174-2B48A0DAD67E}" type="presParOf" srcId="{00F396BE-1FC9-46C5-B22A-882B14F15403}" destId="{09912903-B7E4-45EB-BD38-02AB41237AFB}" srcOrd="0" destOrd="0" presId="urn:microsoft.com/office/officeart/2018/2/layout/IconVerticalSolidList"/>
    <dgm:cxn modelId="{B0D42E81-F1BD-4D0B-90DB-818311A5FFC3}" type="presParOf" srcId="{09912903-B7E4-45EB-BD38-02AB41237AFB}" destId="{9BE50959-0704-4203-8DEA-B8DC33BB9FBE}" srcOrd="0" destOrd="0" presId="urn:microsoft.com/office/officeart/2018/2/layout/IconVerticalSolidList"/>
    <dgm:cxn modelId="{B345F0C0-EBF9-476A-A68F-D675E91E3909}" type="presParOf" srcId="{09912903-B7E4-45EB-BD38-02AB41237AFB}" destId="{A2E83DD4-DB34-457B-B291-F76DF8957338}" srcOrd="1" destOrd="0" presId="urn:microsoft.com/office/officeart/2018/2/layout/IconVerticalSolidList"/>
    <dgm:cxn modelId="{294C4A1F-8E64-4035-99F6-D49C68228069}" type="presParOf" srcId="{09912903-B7E4-45EB-BD38-02AB41237AFB}" destId="{C3832058-D5A3-4595-8EEE-19F0E37FCC4B}" srcOrd="2" destOrd="0" presId="urn:microsoft.com/office/officeart/2018/2/layout/IconVerticalSolidList"/>
    <dgm:cxn modelId="{3E8213AC-8005-4C13-8556-98D0F594C216}" type="presParOf" srcId="{09912903-B7E4-45EB-BD38-02AB41237AFB}" destId="{2D7E5851-671F-4C88-BE64-B3AD7989F00C}" srcOrd="3" destOrd="0" presId="urn:microsoft.com/office/officeart/2018/2/layout/IconVerticalSolidList"/>
    <dgm:cxn modelId="{4A6F1955-B73F-4EDE-89F6-D467747F66E1}" type="presParOf" srcId="{00F396BE-1FC9-46C5-B22A-882B14F15403}" destId="{5CAAC84D-4360-4386-A8D5-0743A458B2CC}" srcOrd="1" destOrd="0" presId="urn:microsoft.com/office/officeart/2018/2/layout/IconVerticalSolidList"/>
    <dgm:cxn modelId="{CFB4C729-9BBF-44E3-A9A4-1946E8C584E8}" type="presParOf" srcId="{00F396BE-1FC9-46C5-B22A-882B14F15403}" destId="{0A1938C4-5536-4052-95FE-933BFC77FB6D}" srcOrd="2" destOrd="0" presId="urn:microsoft.com/office/officeart/2018/2/layout/IconVerticalSolidList"/>
    <dgm:cxn modelId="{EE86B024-CC01-4FE4-B389-071D70517235}" type="presParOf" srcId="{0A1938C4-5536-4052-95FE-933BFC77FB6D}" destId="{92CCF507-2659-41C2-B5CB-2C9E0E999721}" srcOrd="0" destOrd="0" presId="urn:microsoft.com/office/officeart/2018/2/layout/IconVerticalSolidList"/>
    <dgm:cxn modelId="{EE4194AD-E765-45F1-860A-09A17D64F3D7}" type="presParOf" srcId="{0A1938C4-5536-4052-95FE-933BFC77FB6D}" destId="{45EE303E-57F9-4194-AC47-2EF437E7B270}" srcOrd="1" destOrd="0" presId="urn:microsoft.com/office/officeart/2018/2/layout/IconVerticalSolidList"/>
    <dgm:cxn modelId="{16862E6C-C2AC-433B-A672-C9CB8D62786D}" type="presParOf" srcId="{0A1938C4-5536-4052-95FE-933BFC77FB6D}" destId="{0D96286D-E92A-4F70-B8BA-C834E485652E}" srcOrd="2" destOrd="0" presId="urn:microsoft.com/office/officeart/2018/2/layout/IconVerticalSolidList"/>
    <dgm:cxn modelId="{9280DFF0-54B1-40FF-A06B-8B75190A7F7A}" type="presParOf" srcId="{0A1938C4-5536-4052-95FE-933BFC77FB6D}" destId="{F48910C3-E655-4EE0-A4D4-C6B727A41AF8}" srcOrd="3" destOrd="0" presId="urn:microsoft.com/office/officeart/2018/2/layout/IconVerticalSolidList"/>
    <dgm:cxn modelId="{8B573635-9F2B-43CA-8E52-4E6F118D271A}" type="presParOf" srcId="{00F396BE-1FC9-46C5-B22A-882B14F15403}" destId="{02C1F755-DC6C-4D53-8886-FD1852477B5E}" srcOrd="3" destOrd="0" presId="urn:microsoft.com/office/officeart/2018/2/layout/IconVerticalSolidList"/>
    <dgm:cxn modelId="{1548EEAA-CB61-4152-AB23-B57E78E433B6}" type="presParOf" srcId="{00F396BE-1FC9-46C5-B22A-882B14F15403}" destId="{B6975A76-FCF3-410C-B031-0713507E0EC4}" srcOrd="4" destOrd="0" presId="urn:microsoft.com/office/officeart/2018/2/layout/IconVerticalSolidList"/>
    <dgm:cxn modelId="{0DCF8B2C-888D-4BA0-95C3-76B6F2587239}" type="presParOf" srcId="{B6975A76-FCF3-410C-B031-0713507E0EC4}" destId="{DDA1339B-8AB6-4366-99F4-2A070C2ABBFA}" srcOrd="0" destOrd="0" presId="urn:microsoft.com/office/officeart/2018/2/layout/IconVerticalSolidList"/>
    <dgm:cxn modelId="{3F63FB3A-656E-4CCF-9A12-FF7B3FE18E4B}" type="presParOf" srcId="{B6975A76-FCF3-410C-B031-0713507E0EC4}" destId="{EFB6B067-E05E-4EA8-BF92-F3080639ACDB}" srcOrd="1" destOrd="0" presId="urn:microsoft.com/office/officeart/2018/2/layout/IconVerticalSolidList"/>
    <dgm:cxn modelId="{807E52D4-28E9-49F8-8922-AE9BB03B0EF8}" type="presParOf" srcId="{B6975A76-FCF3-410C-B031-0713507E0EC4}" destId="{804D8D0E-70A7-49E4-8AD3-F3A27F6FFF86}" srcOrd="2" destOrd="0" presId="urn:microsoft.com/office/officeart/2018/2/layout/IconVerticalSolidList"/>
    <dgm:cxn modelId="{6CB33D7B-527F-4B91-9D17-442DE16B57CB}" type="presParOf" srcId="{B6975A76-FCF3-410C-B031-0713507E0EC4}" destId="{4CC6A2BD-C421-4061-911F-A4D074985BCB}" srcOrd="3" destOrd="0" presId="urn:microsoft.com/office/officeart/2018/2/layout/IconVerticalSolidList"/>
    <dgm:cxn modelId="{20C9F6C4-F461-44C7-B6CF-CA8DD1AE43AE}" type="presParOf" srcId="{00F396BE-1FC9-46C5-B22A-882B14F15403}" destId="{88E12123-4C87-4CE7-AB83-33638A8F3D66}" srcOrd="5" destOrd="0" presId="urn:microsoft.com/office/officeart/2018/2/layout/IconVerticalSolidList"/>
    <dgm:cxn modelId="{6F821557-4A21-4558-BFF4-2C600C231485}" type="presParOf" srcId="{00F396BE-1FC9-46C5-B22A-882B14F15403}" destId="{03B11F46-A0A8-4F33-81DE-C05E336B4810}" srcOrd="6" destOrd="0" presId="urn:microsoft.com/office/officeart/2018/2/layout/IconVerticalSolidList"/>
    <dgm:cxn modelId="{0964BE30-72AA-403B-BDA6-5E82FFE10BDB}" type="presParOf" srcId="{03B11F46-A0A8-4F33-81DE-C05E336B4810}" destId="{A21FFE24-A492-4149-92BA-9CC1589AB61F}" srcOrd="0" destOrd="0" presId="urn:microsoft.com/office/officeart/2018/2/layout/IconVerticalSolidList"/>
    <dgm:cxn modelId="{CE5C33A4-0D14-490B-907A-F7E82917275D}" type="presParOf" srcId="{03B11F46-A0A8-4F33-81DE-C05E336B4810}" destId="{93666E77-79B5-474B-A33F-FD5932C0FF8C}" srcOrd="1" destOrd="0" presId="urn:microsoft.com/office/officeart/2018/2/layout/IconVerticalSolidList"/>
    <dgm:cxn modelId="{BC12B1DD-80CC-45BB-9E86-75FB77B6C84B}" type="presParOf" srcId="{03B11F46-A0A8-4F33-81DE-C05E336B4810}" destId="{85BD9D18-5BA8-41F6-A84A-41EE4DE2A466}" srcOrd="2" destOrd="0" presId="urn:microsoft.com/office/officeart/2018/2/layout/IconVerticalSolidList"/>
    <dgm:cxn modelId="{96A5424B-AC62-493F-89A6-746BC0EFB396}" type="presParOf" srcId="{03B11F46-A0A8-4F33-81DE-C05E336B4810}" destId="{66A09E1C-5592-41B1-99A1-9253C8D2EE81}" srcOrd="3" destOrd="0" presId="urn:microsoft.com/office/officeart/2018/2/layout/IconVerticalSolidList"/>
    <dgm:cxn modelId="{6CFE2A16-F299-4338-AA2F-40406035CCFB}" type="presParOf" srcId="{00F396BE-1FC9-46C5-B22A-882B14F15403}" destId="{41DDDC3E-92C6-4A7E-8740-4082EA7A5C92}" srcOrd="7" destOrd="0" presId="urn:microsoft.com/office/officeart/2018/2/layout/IconVerticalSolidList"/>
    <dgm:cxn modelId="{E7BCC07E-ADD0-4A0B-90AF-DB00AC0B6152}" type="presParOf" srcId="{00F396BE-1FC9-46C5-B22A-882B14F15403}" destId="{4BD8376B-6CB7-4591-AF7A-68CFCA19D22F}" srcOrd="8" destOrd="0" presId="urn:microsoft.com/office/officeart/2018/2/layout/IconVerticalSolidList"/>
    <dgm:cxn modelId="{128B88CE-20D7-4EFF-9A6D-CD37CE8CCE26}" type="presParOf" srcId="{4BD8376B-6CB7-4591-AF7A-68CFCA19D22F}" destId="{6163F126-2717-4D80-8924-5FD51447EA99}" srcOrd="0" destOrd="0" presId="urn:microsoft.com/office/officeart/2018/2/layout/IconVerticalSolidList"/>
    <dgm:cxn modelId="{D776859B-277C-4208-8090-94FCF1422993}" type="presParOf" srcId="{4BD8376B-6CB7-4591-AF7A-68CFCA19D22F}" destId="{EC282729-149F-4C70-8721-BB4E960A2096}" srcOrd="1" destOrd="0" presId="urn:microsoft.com/office/officeart/2018/2/layout/IconVerticalSolidList"/>
    <dgm:cxn modelId="{7BC043C9-12F1-4505-8823-9616ABB97EBC}" type="presParOf" srcId="{4BD8376B-6CB7-4591-AF7A-68CFCA19D22F}" destId="{72E59C17-4495-4925-A7D8-960A933C68C3}" srcOrd="2" destOrd="0" presId="urn:microsoft.com/office/officeart/2018/2/layout/IconVerticalSolidList"/>
    <dgm:cxn modelId="{FB524A5D-1240-40B2-BFE7-3C636B3F4F6F}" type="presParOf" srcId="{4BD8376B-6CB7-4591-AF7A-68CFCA19D22F}" destId="{BC528473-B7F5-4EFE-B736-34C7AE006861}" srcOrd="3" destOrd="0" presId="urn:microsoft.com/office/officeart/2018/2/layout/IconVerticalSolidList"/>
    <dgm:cxn modelId="{B24CE7D9-9185-40E6-A475-DB42DFB07F68}" type="presParOf" srcId="{00F396BE-1FC9-46C5-B22A-882B14F15403}" destId="{42E04795-1CBC-4037-8880-46FABD4D992A}" srcOrd="9" destOrd="0" presId="urn:microsoft.com/office/officeart/2018/2/layout/IconVerticalSolidList"/>
    <dgm:cxn modelId="{C6EC4689-1D69-46A4-8D1F-6437F18B43BA}" type="presParOf" srcId="{00F396BE-1FC9-46C5-B22A-882B14F15403}" destId="{53CC2E3A-2950-4609-B89C-12F7CF1A5D7A}" srcOrd="10" destOrd="0" presId="urn:microsoft.com/office/officeart/2018/2/layout/IconVerticalSolidList"/>
    <dgm:cxn modelId="{ADCBD5D4-0063-4AF6-ABC4-B7781D82D169}" type="presParOf" srcId="{53CC2E3A-2950-4609-B89C-12F7CF1A5D7A}" destId="{DC73121B-ED2D-4ADB-9AC3-5CFDD94F0A3D}" srcOrd="0" destOrd="0" presId="urn:microsoft.com/office/officeart/2018/2/layout/IconVerticalSolidList"/>
    <dgm:cxn modelId="{1076152F-691C-4D50-B633-9E5C33F26158}" type="presParOf" srcId="{53CC2E3A-2950-4609-B89C-12F7CF1A5D7A}" destId="{8B646E36-3883-418E-979E-51DCBFD23BBB}" srcOrd="1" destOrd="0" presId="urn:microsoft.com/office/officeart/2018/2/layout/IconVerticalSolidList"/>
    <dgm:cxn modelId="{6683E352-DB5D-49C8-866A-CBCC19FE8024}" type="presParOf" srcId="{53CC2E3A-2950-4609-B89C-12F7CF1A5D7A}" destId="{F676CC20-B73F-45BD-89F4-068DC4B4A6BB}" srcOrd="2" destOrd="0" presId="urn:microsoft.com/office/officeart/2018/2/layout/IconVerticalSolidList"/>
    <dgm:cxn modelId="{EFB2441B-ECC0-4364-9497-EBBFA876EB96}" type="presParOf" srcId="{53CC2E3A-2950-4609-B89C-12F7CF1A5D7A}" destId="{EC258B26-6134-4E63-A5B5-222C8FB1038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EBE11C1-201E-4E0B-AB26-754B9EEBAF7B}"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01A61F4E-0E84-4EDF-98B4-3E8960ED91F9}">
      <dgm:prSet/>
      <dgm:spPr/>
      <dgm:t>
        <a:bodyPr/>
        <a:lstStyle/>
        <a:p>
          <a:r>
            <a:rPr lang="en-US"/>
            <a:t>The DOM represents the structure of an HTML document as a tree-like structure where each node represents an element, attribute, or text within the document.</a:t>
          </a:r>
        </a:p>
      </dgm:t>
    </dgm:pt>
    <dgm:pt modelId="{13ED0176-B4AD-4745-BF73-E194EBEADB59}" type="parTrans" cxnId="{4131A3C0-9115-4980-8BC0-B23E2F3B904E}">
      <dgm:prSet/>
      <dgm:spPr/>
      <dgm:t>
        <a:bodyPr/>
        <a:lstStyle/>
        <a:p>
          <a:endParaRPr lang="en-US"/>
        </a:p>
      </dgm:t>
    </dgm:pt>
    <dgm:pt modelId="{14149388-D498-4E35-A77F-D25F2C03C273}" type="sibTrans" cxnId="{4131A3C0-9115-4980-8BC0-B23E2F3B904E}">
      <dgm:prSet/>
      <dgm:spPr/>
      <dgm:t>
        <a:bodyPr/>
        <a:lstStyle/>
        <a:p>
          <a:endParaRPr lang="en-US"/>
        </a:p>
      </dgm:t>
    </dgm:pt>
    <dgm:pt modelId="{23134E65-FF44-431A-91DD-EA46BFD67624}">
      <dgm:prSet/>
      <dgm:spPr/>
      <dgm:t>
        <a:bodyPr/>
        <a:lstStyle/>
        <a:p>
          <a:r>
            <a:rPr lang="en-US"/>
            <a:t>It is a programming interface for web documents. It represents the page so that programs can change the document structure, style, and content.</a:t>
          </a:r>
        </a:p>
      </dgm:t>
    </dgm:pt>
    <dgm:pt modelId="{10DB8A32-89E7-4951-A991-B568A8EB918A}" type="parTrans" cxnId="{A369BB8E-98AD-49C1-BC9E-56012F78EB5E}">
      <dgm:prSet/>
      <dgm:spPr/>
      <dgm:t>
        <a:bodyPr/>
        <a:lstStyle/>
        <a:p>
          <a:endParaRPr lang="en-US"/>
        </a:p>
      </dgm:t>
    </dgm:pt>
    <dgm:pt modelId="{F0F700F4-0076-426D-9D41-FA1B3AB97952}" type="sibTrans" cxnId="{A369BB8E-98AD-49C1-BC9E-56012F78EB5E}">
      <dgm:prSet/>
      <dgm:spPr/>
      <dgm:t>
        <a:bodyPr/>
        <a:lstStyle/>
        <a:p>
          <a:endParaRPr lang="en-US"/>
        </a:p>
      </dgm:t>
    </dgm:pt>
    <dgm:pt modelId="{68A2339D-7BB9-46E8-9FCF-A16564D4820B}">
      <dgm:prSet/>
      <dgm:spPr/>
      <dgm:t>
        <a:bodyPr/>
        <a:lstStyle/>
        <a:p>
          <a:r>
            <a:rPr lang="en-US"/>
            <a:t>The DOM is the rendered version of the HTML document and is what the browser uses to determine how to display the content.</a:t>
          </a:r>
        </a:p>
      </dgm:t>
    </dgm:pt>
    <dgm:pt modelId="{F74BD0B7-7DD1-4495-AE27-327BF8D778F8}" type="parTrans" cxnId="{9CE9E545-A95B-493E-BCB7-51C7EAC657B1}">
      <dgm:prSet/>
      <dgm:spPr/>
      <dgm:t>
        <a:bodyPr/>
        <a:lstStyle/>
        <a:p>
          <a:endParaRPr lang="en-US"/>
        </a:p>
      </dgm:t>
    </dgm:pt>
    <dgm:pt modelId="{D8278C1E-2467-411A-AF31-107E7163F64A}" type="sibTrans" cxnId="{9CE9E545-A95B-493E-BCB7-51C7EAC657B1}">
      <dgm:prSet/>
      <dgm:spPr/>
      <dgm:t>
        <a:bodyPr/>
        <a:lstStyle/>
        <a:p>
          <a:endParaRPr lang="en-US"/>
        </a:p>
      </dgm:t>
    </dgm:pt>
    <dgm:pt modelId="{BC6F41C2-26B6-48B8-95C6-4BDA03703D2E}">
      <dgm:prSet/>
      <dgm:spPr/>
      <dgm:t>
        <a:bodyPr/>
        <a:lstStyle/>
        <a:p>
          <a:r>
            <a:rPr lang="en-US"/>
            <a:t>Any changes made to the DOM directly trigger browser reflows and repaints, which can be computationally expensive, especially for complex web applications.</a:t>
          </a:r>
        </a:p>
      </dgm:t>
    </dgm:pt>
    <dgm:pt modelId="{91D8EE58-487E-4F79-83FC-F09255EE5E82}" type="parTrans" cxnId="{0CEB7A9A-07D9-4582-97A4-498D65E0C245}">
      <dgm:prSet/>
      <dgm:spPr/>
      <dgm:t>
        <a:bodyPr/>
        <a:lstStyle/>
        <a:p>
          <a:endParaRPr lang="en-US"/>
        </a:p>
      </dgm:t>
    </dgm:pt>
    <dgm:pt modelId="{1331C396-205F-4E8D-A97E-0017020822A2}" type="sibTrans" cxnId="{0CEB7A9A-07D9-4582-97A4-498D65E0C245}">
      <dgm:prSet/>
      <dgm:spPr/>
      <dgm:t>
        <a:bodyPr/>
        <a:lstStyle/>
        <a:p>
          <a:endParaRPr lang="en-US"/>
        </a:p>
      </dgm:t>
    </dgm:pt>
    <dgm:pt modelId="{E2E9BAE4-E546-40AA-9DD7-E423A85EEC0F}" type="pres">
      <dgm:prSet presAssocID="{0EBE11C1-201E-4E0B-AB26-754B9EEBAF7B}" presName="linear" presStyleCnt="0">
        <dgm:presLayoutVars>
          <dgm:animLvl val="lvl"/>
          <dgm:resizeHandles val="exact"/>
        </dgm:presLayoutVars>
      </dgm:prSet>
      <dgm:spPr/>
      <dgm:t>
        <a:bodyPr/>
        <a:lstStyle/>
        <a:p>
          <a:endParaRPr lang="en-US"/>
        </a:p>
      </dgm:t>
    </dgm:pt>
    <dgm:pt modelId="{1D1B281F-7EDE-409C-BCD8-EFDE2CE88B4B}" type="pres">
      <dgm:prSet presAssocID="{01A61F4E-0E84-4EDF-98B4-3E8960ED91F9}" presName="parentText" presStyleLbl="node1" presStyleIdx="0" presStyleCnt="4">
        <dgm:presLayoutVars>
          <dgm:chMax val="0"/>
          <dgm:bulletEnabled val="1"/>
        </dgm:presLayoutVars>
      </dgm:prSet>
      <dgm:spPr/>
      <dgm:t>
        <a:bodyPr/>
        <a:lstStyle/>
        <a:p>
          <a:endParaRPr lang="en-US"/>
        </a:p>
      </dgm:t>
    </dgm:pt>
    <dgm:pt modelId="{AAFC1B5D-4120-4A32-ADE6-8B0FBB7246D3}" type="pres">
      <dgm:prSet presAssocID="{14149388-D498-4E35-A77F-D25F2C03C273}" presName="spacer" presStyleCnt="0"/>
      <dgm:spPr/>
    </dgm:pt>
    <dgm:pt modelId="{C5C9856E-0214-45C9-9BB3-E42EEEB5C5BF}" type="pres">
      <dgm:prSet presAssocID="{23134E65-FF44-431A-91DD-EA46BFD67624}" presName="parentText" presStyleLbl="node1" presStyleIdx="1" presStyleCnt="4">
        <dgm:presLayoutVars>
          <dgm:chMax val="0"/>
          <dgm:bulletEnabled val="1"/>
        </dgm:presLayoutVars>
      </dgm:prSet>
      <dgm:spPr/>
      <dgm:t>
        <a:bodyPr/>
        <a:lstStyle/>
        <a:p>
          <a:endParaRPr lang="en-US"/>
        </a:p>
      </dgm:t>
    </dgm:pt>
    <dgm:pt modelId="{5A8D004F-A2E1-464C-A21B-8988AE175635}" type="pres">
      <dgm:prSet presAssocID="{F0F700F4-0076-426D-9D41-FA1B3AB97952}" presName="spacer" presStyleCnt="0"/>
      <dgm:spPr/>
    </dgm:pt>
    <dgm:pt modelId="{D570AAD4-6C9F-4A8D-A607-BD70487EB6F7}" type="pres">
      <dgm:prSet presAssocID="{68A2339D-7BB9-46E8-9FCF-A16564D4820B}" presName="parentText" presStyleLbl="node1" presStyleIdx="2" presStyleCnt="4">
        <dgm:presLayoutVars>
          <dgm:chMax val="0"/>
          <dgm:bulletEnabled val="1"/>
        </dgm:presLayoutVars>
      </dgm:prSet>
      <dgm:spPr/>
      <dgm:t>
        <a:bodyPr/>
        <a:lstStyle/>
        <a:p>
          <a:endParaRPr lang="en-US"/>
        </a:p>
      </dgm:t>
    </dgm:pt>
    <dgm:pt modelId="{CA615D40-CE8F-4FCB-BBE6-A27B8A7FEF97}" type="pres">
      <dgm:prSet presAssocID="{D8278C1E-2467-411A-AF31-107E7163F64A}" presName="spacer" presStyleCnt="0"/>
      <dgm:spPr/>
    </dgm:pt>
    <dgm:pt modelId="{90588D8D-F295-4FBB-958C-F55433D5B388}" type="pres">
      <dgm:prSet presAssocID="{BC6F41C2-26B6-48B8-95C6-4BDA03703D2E}" presName="parentText" presStyleLbl="node1" presStyleIdx="3" presStyleCnt="4">
        <dgm:presLayoutVars>
          <dgm:chMax val="0"/>
          <dgm:bulletEnabled val="1"/>
        </dgm:presLayoutVars>
      </dgm:prSet>
      <dgm:spPr/>
      <dgm:t>
        <a:bodyPr/>
        <a:lstStyle/>
        <a:p>
          <a:endParaRPr lang="en-US"/>
        </a:p>
      </dgm:t>
    </dgm:pt>
  </dgm:ptLst>
  <dgm:cxnLst>
    <dgm:cxn modelId="{CEA03C8C-6573-48D8-B1C8-98B2CC5B9EAC}" type="presOf" srcId="{68A2339D-7BB9-46E8-9FCF-A16564D4820B}" destId="{D570AAD4-6C9F-4A8D-A607-BD70487EB6F7}" srcOrd="0" destOrd="0" presId="urn:microsoft.com/office/officeart/2005/8/layout/vList2"/>
    <dgm:cxn modelId="{FBDFB032-D28C-4036-B23D-2835C1EAFB38}" type="presOf" srcId="{0EBE11C1-201E-4E0B-AB26-754B9EEBAF7B}" destId="{E2E9BAE4-E546-40AA-9DD7-E423A85EEC0F}" srcOrd="0" destOrd="0" presId="urn:microsoft.com/office/officeart/2005/8/layout/vList2"/>
    <dgm:cxn modelId="{A369BB8E-98AD-49C1-BC9E-56012F78EB5E}" srcId="{0EBE11C1-201E-4E0B-AB26-754B9EEBAF7B}" destId="{23134E65-FF44-431A-91DD-EA46BFD67624}" srcOrd="1" destOrd="0" parTransId="{10DB8A32-89E7-4951-A991-B568A8EB918A}" sibTransId="{F0F700F4-0076-426D-9D41-FA1B3AB97952}"/>
    <dgm:cxn modelId="{96BE110F-EF56-48DC-8923-AF6B5C15B016}" type="presOf" srcId="{01A61F4E-0E84-4EDF-98B4-3E8960ED91F9}" destId="{1D1B281F-7EDE-409C-BCD8-EFDE2CE88B4B}" srcOrd="0" destOrd="0" presId="urn:microsoft.com/office/officeart/2005/8/layout/vList2"/>
    <dgm:cxn modelId="{4131A3C0-9115-4980-8BC0-B23E2F3B904E}" srcId="{0EBE11C1-201E-4E0B-AB26-754B9EEBAF7B}" destId="{01A61F4E-0E84-4EDF-98B4-3E8960ED91F9}" srcOrd="0" destOrd="0" parTransId="{13ED0176-B4AD-4745-BF73-E194EBEADB59}" sibTransId="{14149388-D498-4E35-A77F-D25F2C03C273}"/>
    <dgm:cxn modelId="{0CEB7A9A-07D9-4582-97A4-498D65E0C245}" srcId="{0EBE11C1-201E-4E0B-AB26-754B9EEBAF7B}" destId="{BC6F41C2-26B6-48B8-95C6-4BDA03703D2E}" srcOrd="3" destOrd="0" parTransId="{91D8EE58-487E-4F79-83FC-F09255EE5E82}" sibTransId="{1331C396-205F-4E8D-A97E-0017020822A2}"/>
    <dgm:cxn modelId="{9CE9E545-A95B-493E-BCB7-51C7EAC657B1}" srcId="{0EBE11C1-201E-4E0B-AB26-754B9EEBAF7B}" destId="{68A2339D-7BB9-46E8-9FCF-A16564D4820B}" srcOrd="2" destOrd="0" parTransId="{F74BD0B7-7DD1-4495-AE27-327BF8D778F8}" sibTransId="{D8278C1E-2467-411A-AF31-107E7163F64A}"/>
    <dgm:cxn modelId="{DD6D81A3-ECDC-47D3-9953-62B51A48A541}" type="presOf" srcId="{23134E65-FF44-431A-91DD-EA46BFD67624}" destId="{C5C9856E-0214-45C9-9BB3-E42EEEB5C5BF}" srcOrd="0" destOrd="0" presId="urn:microsoft.com/office/officeart/2005/8/layout/vList2"/>
    <dgm:cxn modelId="{E91B544A-BD88-4CEE-980F-8EA30033F12D}" type="presOf" srcId="{BC6F41C2-26B6-48B8-95C6-4BDA03703D2E}" destId="{90588D8D-F295-4FBB-958C-F55433D5B388}" srcOrd="0" destOrd="0" presId="urn:microsoft.com/office/officeart/2005/8/layout/vList2"/>
    <dgm:cxn modelId="{E51C59E8-3D5D-4FB1-B2AC-54BC563247AC}" type="presParOf" srcId="{E2E9BAE4-E546-40AA-9DD7-E423A85EEC0F}" destId="{1D1B281F-7EDE-409C-BCD8-EFDE2CE88B4B}" srcOrd="0" destOrd="0" presId="urn:microsoft.com/office/officeart/2005/8/layout/vList2"/>
    <dgm:cxn modelId="{B64E5A86-24D0-4EB5-97D9-3F3825D49691}" type="presParOf" srcId="{E2E9BAE4-E546-40AA-9DD7-E423A85EEC0F}" destId="{AAFC1B5D-4120-4A32-ADE6-8B0FBB7246D3}" srcOrd="1" destOrd="0" presId="urn:microsoft.com/office/officeart/2005/8/layout/vList2"/>
    <dgm:cxn modelId="{8411C162-70C1-44E2-8231-39C6CDD991CA}" type="presParOf" srcId="{E2E9BAE4-E546-40AA-9DD7-E423A85EEC0F}" destId="{C5C9856E-0214-45C9-9BB3-E42EEEB5C5BF}" srcOrd="2" destOrd="0" presId="urn:microsoft.com/office/officeart/2005/8/layout/vList2"/>
    <dgm:cxn modelId="{8463E4BA-7940-455F-90B0-C63869FAABBC}" type="presParOf" srcId="{E2E9BAE4-E546-40AA-9DD7-E423A85EEC0F}" destId="{5A8D004F-A2E1-464C-A21B-8988AE175635}" srcOrd="3" destOrd="0" presId="urn:microsoft.com/office/officeart/2005/8/layout/vList2"/>
    <dgm:cxn modelId="{F472B84B-8404-43EC-AE4D-F40D40E73D15}" type="presParOf" srcId="{E2E9BAE4-E546-40AA-9DD7-E423A85EEC0F}" destId="{D570AAD4-6C9F-4A8D-A607-BD70487EB6F7}" srcOrd="4" destOrd="0" presId="urn:microsoft.com/office/officeart/2005/8/layout/vList2"/>
    <dgm:cxn modelId="{D74BCAE5-399B-4254-99CD-016DA8A03383}" type="presParOf" srcId="{E2E9BAE4-E546-40AA-9DD7-E423A85EEC0F}" destId="{CA615D40-CE8F-4FCB-BBE6-A27B8A7FEF97}" srcOrd="5" destOrd="0" presId="urn:microsoft.com/office/officeart/2005/8/layout/vList2"/>
    <dgm:cxn modelId="{A43AFC23-B5F6-4A5D-820D-F413B1681C02}" type="presParOf" srcId="{E2E9BAE4-E546-40AA-9DD7-E423A85EEC0F}" destId="{90588D8D-F295-4FBB-958C-F55433D5B38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AD25746-C31F-4903-B0EF-58ACB1DB9E47}" type="doc">
      <dgm:prSet loTypeId="urn:microsoft.com/office/officeart/2016/7/layout/RepeatingBendingProcessNew" loCatId="process" qsTypeId="urn:microsoft.com/office/officeart/2005/8/quickstyle/simple1" qsCatId="simple" csTypeId="urn:microsoft.com/office/officeart/2005/8/colors/colorful5" csCatId="colorful"/>
      <dgm:spPr/>
      <dgm:t>
        <a:bodyPr/>
        <a:lstStyle/>
        <a:p>
          <a:endParaRPr lang="en-US"/>
        </a:p>
      </dgm:t>
    </dgm:pt>
    <dgm:pt modelId="{79C0EA81-8E09-4768-8452-6C98BD53CFB7}">
      <dgm:prSet/>
      <dgm:spPr/>
      <dgm:t>
        <a:bodyPr/>
        <a:lstStyle/>
        <a:p>
          <a:r>
            <a:rPr lang="en-US"/>
            <a:t>A programmer writes React code to render a user interface, which results in a single React element being returned.</a:t>
          </a:r>
        </a:p>
      </dgm:t>
    </dgm:pt>
    <dgm:pt modelId="{A7315200-B276-40C2-B135-87F8A50E0374}" type="parTrans" cxnId="{E9AD3C93-9130-4FE3-A73D-ECC811BFB51F}">
      <dgm:prSet/>
      <dgm:spPr/>
      <dgm:t>
        <a:bodyPr/>
        <a:lstStyle/>
        <a:p>
          <a:endParaRPr lang="en-US"/>
        </a:p>
      </dgm:t>
    </dgm:pt>
    <dgm:pt modelId="{938EA662-A2BC-4F3F-B6F8-6518CB5A2CB8}" type="sibTrans" cxnId="{E9AD3C93-9130-4FE3-A73D-ECC811BFB51F}">
      <dgm:prSet/>
      <dgm:spPr/>
      <dgm:t>
        <a:bodyPr/>
        <a:lstStyle/>
        <a:p>
          <a:endParaRPr lang="en-US"/>
        </a:p>
      </dgm:t>
    </dgm:pt>
    <dgm:pt modelId="{5D3A8D53-825F-4F71-B136-CC1E272B9CB5}">
      <dgm:prSet/>
      <dgm:spPr/>
      <dgm:t>
        <a:bodyPr/>
        <a:lstStyle/>
        <a:p>
          <a:r>
            <a:rPr lang="en-US"/>
            <a:t>ReactDOM’s render method creates a lightweight and simplified representation of the React element in memory (this is the Virtual DOM).</a:t>
          </a:r>
        </a:p>
      </dgm:t>
    </dgm:pt>
    <dgm:pt modelId="{2E34DB1B-621D-4A76-BA9A-BC20A710011E}" type="parTrans" cxnId="{F6049FA2-7E44-48D3-B7B9-0626690D2472}">
      <dgm:prSet/>
      <dgm:spPr/>
      <dgm:t>
        <a:bodyPr/>
        <a:lstStyle/>
        <a:p>
          <a:endParaRPr lang="en-US"/>
        </a:p>
      </dgm:t>
    </dgm:pt>
    <dgm:pt modelId="{D2F97FF4-2614-4009-BD76-B135D0602234}" type="sibTrans" cxnId="{F6049FA2-7E44-48D3-B7B9-0626690D2472}">
      <dgm:prSet/>
      <dgm:spPr/>
      <dgm:t>
        <a:bodyPr/>
        <a:lstStyle/>
        <a:p>
          <a:endParaRPr lang="en-US"/>
        </a:p>
      </dgm:t>
    </dgm:pt>
    <dgm:pt modelId="{988132D7-6E69-49C1-B196-D46A10AC3CFF}">
      <dgm:prSet/>
      <dgm:spPr/>
      <dgm:t>
        <a:bodyPr/>
        <a:lstStyle/>
        <a:p>
          <a:r>
            <a:rPr lang="en-US"/>
            <a:t>ReactDOM listens for events that require changes to the web page.</a:t>
          </a:r>
        </a:p>
      </dgm:t>
    </dgm:pt>
    <dgm:pt modelId="{5D77AB4A-11AF-4787-9642-7A50F09CDAE5}" type="parTrans" cxnId="{E6E69B95-CFFF-4598-B5B3-3C7D2FFB0803}">
      <dgm:prSet/>
      <dgm:spPr/>
      <dgm:t>
        <a:bodyPr/>
        <a:lstStyle/>
        <a:p>
          <a:endParaRPr lang="en-US"/>
        </a:p>
      </dgm:t>
    </dgm:pt>
    <dgm:pt modelId="{4AEF4ED8-3EFA-455E-B0DB-5805E50AA1D0}" type="sibTrans" cxnId="{E6E69B95-CFFF-4598-B5B3-3C7D2FFB0803}">
      <dgm:prSet/>
      <dgm:spPr/>
      <dgm:t>
        <a:bodyPr/>
        <a:lstStyle/>
        <a:p>
          <a:endParaRPr lang="en-US"/>
        </a:p>
      </dgm:t>
    </dgm:pt>
    <dgm:pt modelId="{2ACFED27-CD2C-4AC0-A667-D7F33D70D55F}">
      <dgm:prSet/>
      <dgm:spPr/>
      <dgm:t>
        <a:bodyPr/>
        <a:lstStyle/>
        <a:p>
          <a:r>
            <a:rPr lang="en-US"/>
            <a:t>The ReactDOM.render method creates a new in-memory representation of the web page.</a:t>
          </a:r>
        </a:p>
      </dgm:t>
    </dgm:pt>
    <dgm:pt modelId="{53C73EAB-3E6C-4090-A879-CA7EC9D0B512}" type="parTrans" cxnId="{1A1268EA-451E-4B4E-ABA9-CF947E63ACFD}">
      <dgm:prSet/>
      <dgm:spPr/>
      <dgm:t>
        <a:bodyPr/>
        <a:lstStyle/>
        <a:p>
          <a:endParaRPr lang="en-US"/>
        </a:p>
      </dgm:t>
    </dgm:pt>
    <dgm:pt modelId="{1E7EB107-A16D-46B7-BD40-17B0A4041D40}" type="sibTrans" cxnId="{1A1268EA-451E-4B4E-ABA9-CF947E63ACFD}">
      <dgm:prSet/>
      <dgm:spPr/>
      <dgm:t>
        <a:bodyPr/>
        <a:lstStyle/>
        <a:p>
          <a:endParaRPr lang="en-US"/>
        </a:p>
      </dgm:t>
    </dgm:pt>
    <dgm:pt modelId="{2AB4C2D6-5CBD-4706-808B-C213CC4EA3BE}">
      <dgm:prSet/>
      <dgm:spPr/>
      <dgm:t>
        <a:bodyPr/>
        <a:lstStyle/>
        <a:p>
          <a:r>
            <a:rPr lang="en-US"/>
            <a:t>The ReactDOM library compares the new Virtual DOM representation of the web page to the previous Virtual DOM representation and calculates the difference between the two. This process is called reconciliation.</a:t>
          </a:r>
        </a:p>
      </dgm:t>
    </dgm:pt>
    <dgm:pt modelId="{F9647692-80CA-494F-B0A2-D604FE7D1CBB}" type="parTrans" cxnId="{C3036842-B31F-4DCC-9EBC-F0DF28243F8E}">
      <dgm:prSet/>
      <dgm:spPr/>
      <dgm:t>
        <a:bodyPr/>
        <a:lstStyle/>
        <a:p>
          <a:endParaRPr lang="en-US"/>
        </a:p>
      </dgm:t>
    </dgm:pt>
    <dgm:pt modelId="{96BEA520-DD78-45EA-8ABE-1B3BFDE589B9}" type="sibTrans" cxnId="{C3036842-B31F-4DCC-9EBC-F0DF28243F8E}">
      <dgm:prSet/>
      <dgm:spPr/>
      <dgm:t>
        <a:bodyPr/>
        <a:lstStyle/>
        <a:p>
          <a:endParaRPr lang="en-US"/>
        </a:p>
      </dgm:t>
    </dgm:pt>
    <dgm:pt modelId="{7DBC9FFB-27A7-4F6F-A95B-A6CBCA8297F5}">
      <dgm:prSet/>
      <dgm:spPr/>
      <dgm:t>
        <a:bodyPr/>
        <a:lstStyle/>
        <a:p>
          <a:r>
            <a:rPr lang="en-US"/>
            <a:t>ReactDOM applies just the minimal set of changes to the browser DOM in the most efficient way that it can and using the most efficient batching and timing of changes.</a:t>
          </a:r>
        </a:p>
      </dgm:t>
    </dgm:pt>
    <dgm:pt modelId="{B4B0DBD0-45DC-445F-B0A2-B8121D9F21B2}" type="parTrans" cxnId="{1B08196A-6DB4-4BFD-8010-F108217F5C8F}">
      <dgm:prSet/>
      <dgm:spPr/>
      <dgm:t>
        <a:bodyPr/>
        <a:lstStyle/>
        <a:p>
          <a:endParaRPr lang="en-US"/>
        </a:p>
      </dgm:t>
    </dgm:pt>
    <dgm:pt modelId="{F554286A-6009-4BCB-A75B-35F077754565}" type="sibTrans" cxnId="{1B08196A-6DB4-4BFD-8010-F108217F5C8F}">
      <dgm:prSet/>
      <dgm:spPr/>
      <dgm:t>
        <a:bodyPr/>
        <a:lstStyle/>
        <a:p>
          <a:endParaRPr lang="en-US"/>
        </a:p>
      </dgm:t>
    </dgm:pt>
    <dgm:pt modelId="{E9D3F677-822C-4759-9EF1-03E701A03924}" type="pres">
      <dgm:prSet presAssocID="{2AD25746-C31F-4903-B0EF-58ACB1DB9E47}" presName="Name0" presStyleCnt="0">
        <dgm:presLayoutVars>
          <dgm:dir/>
          <dgm:resizeHandles val="exact"/>
        </dgm:presLayoutVars>
      </dgm:prSet>
      <dgm:spPr/>
      <dgm:t>
        <a:bodyPr/>
        <a:lstStyle/>
        <a:p>
          <a:endParaRPr lang="en-US"/>
        </a:p>
      </dgm:t>
    </dgm:pt>
    <dgm:pt modelId="{11E63F53-DF60-434C-AD22-190EF7789ADB}" type="pres">
      <dgm:prSet presAssocID="{79C0EA81-8E09-4768-8452-6C98BD53CFB7}" presName="node" presStyleLbl="node1" presStyleIdx="0" presStyleCnt="6">
        <dgm:presLayoutVars>
          <dgm:bulletEnabled val="1"/>
        </dgm:presLayoutVars>
      </dgm:prSet>
      <dgm:spPr/>
      <dgm:t>
        <a:bodyPr/>
        <a:lstStyle/>
        <a:p>
          <a:endParaRPr lang="en-US"/>
        </a:p>
      </dgm:t>
    </dgm:pt>
    <dgm:pt modelId="{765387BE-F387-4C65-9C03-781C962111F9}" type="pres">
      <dgm:prSet presAssocID="{938EA662-A2BC-4F3F-B6F8-6518CB5A2CB8}" presName="sibTrans" presStyleLbl="sibTrans1D1" presStyleIdx="0" presStyleCnt="5"/>
      <dgm:spPr/>
      <dgm:t>
        <a:bodyPr/>
        <a:lstStyle/>
        <a:p>
          <a:endParaRPr lang="en-US"/>
        </a:p>
      </dgm:t>
    </dgm:pt>
    <dgm:pt modelId="{F4D02EE1-6062-48EF-AF74-6C85B682699C}" type="pres">
      <dgm:prSet presAssocID="{938EA662-A2BC-4F3F-B6F8-6518CB5A2CB8}" presName="connectorText" presStyleLbl="sibTrans1D1" presStyleIdx="0" presStyleCnt="5"/>
      <dgm:spPr/>
      <dgm:t>
        <a:bodyPr/>
        <a:lstStyle/>
        <a:p>
          <a:endParaRPr lang="en-US"/>
        </a:p>
      </dgm:t>
    </dgm:pt>
    <dgm:pt modelId="{F955D37B-D1E2-4840-AEA7-48DA315CA150}" type="pres">
      <dgm:prSet presAssocID="{5D3A8D53-825F-4F71-B136-CC1E272B9CB5}" presName="node" presStyleLbl="node1" presStyleIdx="1" presStyleCnt="6">
        <dgm:presLayoutVars>
          <dgm:bulletEnabled val="1"/>
        </dgm:presLayoutVars>
      </dgm:prSet>
      <dgm:spPr/>
      <dgm:t>
        <a:bodyPr/>
        <a:lstStyle/>
        <a:p>
          <a:endParaRPr lang="en-US"/>
        </a:p>
      </dgm:t>
    </dgm:pt>
    <dgm:pt modelId="{268109D4-D118-4731-8D71-38544E48FFF4}" type="pres">
      <dgm:prSet presAssocID="{D2F97FF4-2614-4009-BD76-B135D0602234}" presName="sibTrans" presStyleLbl="sibTrans1D1" presStyleIdx="1" presStyleCnt="5"/>
      <dgm:spPr/>
      <dgm:t>
        <a:bodyPr/>
        <a:lstStyle/>
        <a:p>
          <a:endParaRPr lang="en-US"/>
        </a:p>
      </dgm:t>
    </dgm:pt>
    <dgm:pt modelId="{0122B782-5449-492B-9415-E5CCDA439291}" type="pres">
      <dgm:prSet presAssocID="{D2F97FF4-2614-4009-BD76-B135D0602234}" presName="connectorText" presStyleLbl="sibTrans1D1" presStyleIdx="1" presStyleCnt="5"/>
      <dgm:spPr/>
      <dgm:t>
        <a:bodyPr/>
        <a:lstStyle/>
        <a:p>
          <a:endParaRPr lang="en-US"/>
        </a:p>
      </dgm:t>
    </dgm:pt>
    <dgm:pt modelId="{BC3E0A30-2D68-4BD2-896D-44223A779E0C}" type="pres">
      <dgm:prSet presAssocID="{988132D7-6E69-49C1-B196-D46A10AC3CFF}" presName="node" presStyleLbl="node1" presStyleIdx="2" presStyleCnt="6">
        <dgm:presLayoutVars>
          <dgm:bulletEnabled val="1"/>
        </dgm:presLayoutVars>
      </dgm:prSet>
      <dgm:spPr/>
      <dgm:t>
        <a:bodyPr/>
        <a:lstStyle/>
        <a:p>
          <a:endParaRPr lang="en-US"/>
        </a:p>
      </dgm:t>
    </dgm:pt>
    <dgm:pt modelId="{903100B7-1835-4905-8041-59F809E10B85}" type="pres">
      <dgm:prSet presAssocID="{4AEF4ED8-3EFA-455E-B0DB-5805E50AA1D0}" presName="sibTrans" presStyleLbl="sibTrans1D1" presStyleIdx="2" presStyleCnt="5"/>
      <dgm:spPr/>
      <dgm:t>
        <a:bodyPr/>
        <a:lstStyle/>
        <a:p>
          <a:endParaRPr lang="en-US"/>
        </a:p>
      </dgm:t>
    </dgm:pt>
    <dgm:pt modelId="{5EA8F0EC-EAA9-45E1-8E59-DF593E678463}" type="pres">
      <dgm:prSet presAssocID="{4AEF4ED8-3EFA-455E-B0DB-5805E50AA1D0}" presName="connectorText" presStyleLbl="sibTrans1D1" presStyleIdx="2" presStyleCnt="5"/>
      <dgm:spPr/>
      <dgm:t>
        <a:bodyPr/>
        <a:lstStyle/>
        <a:p>
          <a:endParaRPr lang="en-US"/>
        </a:p>
      </dgm:t>
    </dgm:pt>
    <dgm:pt modelId="{FBC3F95F-AE25-4CC8-B40F-402E0A840445}" type="pres">
      <dgm:prSet presAssocID="{2ACFED27-CD2C-4AC0-A667-D7F33D70D55F}" presName="node" presStyleLbl="node1" presStyleIdx="3" presStyleCnt="6">
        <dgm:presLayoutVars>
          <dgm:bulletEnabled val="1"/>
        </dgm:presLayoutVars>
      </dgm:prSet>
      <dgm:spPr/>
      <dgm:t>
        <a:bodyPr/>
        <a:lstStyle/>
        <a:p>
          <a:endParaRPr lang="en-US"/>
        </a:p>
      </dgm:t>
    </dgm:pt>
    <dgm:pt modelId="{B99C2E3C-F550-46CC-B3E2-0EFCA5602F1A}" type="pres">
      <dgm:prSet presAssocID="{1E7EB107-A16D-46B7-BD40-17B0A4041D40}" presName="sibTrans" presStyleLbl="sibTrans1D1" presStyleIdx="3" presStyleCnt="5"/>
      <dgm:spPr/>
      <dgm:t>
        <a:bodyPr/>
        <a:lstStyle/>
        <a:p>
          <a:endParaRPr lang="en-US"/>
        </a:p>
      </dgm:t>
    </dgm:pt>
    <dgm:pt modelId="{E648B610-4602-4E99-A57C-30853F2D92A1}" type="pres">
      <dgm:prSet presAssocID="{1E7EB107-A16D-46B7-BD40-17B0A4041D40}" presName="connectorText" presStyleLbl="sibTrans1D1" presStyleIdx="3" presStyleCnt="5"/>
      <dgm:spPr/>
      <dgm:t>
        <a:bodyPr/>
        <a:lstStyle/>
        <a:p>
          <a:endParaRPr lang="en-US"/>
        </a:p>
      </dgm:t>
    </dgm:pt>
    <dgm:pt modelId="{763F4DCE-BE66-4473-9303-F9359624C03A}" type="pres">
      <dgm:prSet presAssocID="{2AB4C2D6-5CBD-4706-808B-C213CC4EA3BE}" presName="node" presStyleLbl="node1" presStyleIdx="4" presStyleCnt="6">
        <dgm:presLayoutVars>
          <dgm:bulletEnabled val="1"/>
        </dgm:presLayoutVars>
      </dgm:prSet>
      <dgm:spPr/>
      <dgm:t>
        <a:bodyPr/>
        <a:lstStyle/>
        <a:p>
          <a:endParaRPr lang="en-US"/>
        </a:p>
      </dgm:t>
    </dgm:pt>
    <dgm:pt modelId="{57361E60-0371-4329-9C99-DC3DFF644A25}" type="pres">
      <dgm:prSet presAssocID="{96BEA520-DD78-45EA-8ABE-1B3BFDE589B9}" presName="sibTrans" presStyleLbl="sibTrans1D1" presStyleIdx="4" presStyleCnt="5"/>
      <dgm:spPr/>
      <dgm:t>
        <a:bodyPr/>
        <a:lstStyle/>
        <a:p>
          <a:endParaRPr lang="en-US"/>
        </a:p>
      </dgm:t>
    </dgm:pt>
    <dgm:pt modelId="{2B19FB83-E172-4E74-ABCA-500C80D57942}" type="pres">
      <dgm:prSet presAssocID="{96BEA520-DD78-45EA-8ABE-1B3BFDE589B9}" presName="connectorText" presStyleLbl="sibTrans1D1" presStyleIdx="4" presStyleCnt="5"/>
      <dgm:spPr/>
      <dgm:t>
        <a:bodyPr/>
        <a:lstStyle/>
        <a:p>
          <a:endParaRPr lang="en-US"/>
        </a:p>
      </dgm:t>
    </dgm:pt>
    <dgm:pt modelId="{C4A2395F-3952-442D-B896-E37D1C0C96E9}" type="pres">
      <dgm:prSet presAssocID="{7DBC9FFB-27A7-4F6F-A95B-A6CBCA8297F5}" presName="node" presStyleLbl="node1" presStyleIdx="5" presStyleCnt="6">
        <dgm:presLayoutVars>
          <dgm:bulletEnabled val="1"/>
        </dgm:presLayoutVars>
      </dgm:prSet>
      <dgm:spPr/>
      <dgm:t>
        <a:bodyPr/>
        <a:lstStyle/>
        <a:p>
          <a:endParaRPr lang="en-US"/>
        </a:p>
      </dgm:t>
    </dgm:pt>
  </dgm:ptLst>
  <dgm:cxnLst>
    <dgm:cxn modelId="{B55ACEA7-F9A2-4B12-A77C-E3A41AF9A691}" type="presOf" srcId="{79C0EA81-8E09-4768-8452-6C98BD53CFB7}" destId="{11E63F53-DF60-434C-AD22-190EF7789ADB}" srcOrd="0" destOrd="0" presId="urn:microsoft.com/office/officeart/2016/7/layout/RepeatingBendingProcessNew"/>
    <dgm:cxn modelId="{1B08196A-6DB4-4BFD-8010-F108217F5C8F}" srcId="{2AD25746-C31F-4903-B0EF-58ACB1DB9E47}" destId="{7DBC9FFB-27A7-4F6F-A95B-A6CBCA8297F5}" srcOrd="5" destOrd="0" parTransId="{B4B0DBD0-45DC-445F-B0A2-B8121D9F21B2}" sibTransId="{F554286A-6009-4BCB-A75B-35F077754565}"/>
    <dgm:cxn modelId="{440FFEDB-0765-4074-B189-999E1ADE7DBF}" type="presOf" srcId="{4AEF4ED8-3EFA-455E-B0DB-5805E50AA1D0}" destId="{5EA8F0EC-EAA9-45E1-8E59-DF593E678463}" srcOrd="1" destOrd="0" presId="urn:microsoft.com/office/officeart/2016/7/layout/RepeatingBendingProcessNew"/>
    <dgm:cxn modelId="{C9B1E472-1BDF-438C-8EDF-13921D6C444B}" type="presOf" srcId="{5D3A8D53-825F-4F71-B136-CC1E272B9CB5}" destId="{F955D37B-D1E2-4840-AEA7-48DA315CA150}" srcOrd="0" destOrd="0" presId="urn:microsoft.com/office/officeart/2016/7/layout/RepeatingBendingProcessNew"/>
    <dgm:cxn modelId="{37917B48-63A1-424A-ADDA-134CBD9F4F2B}" type="presOf" srcId="{96BEA520-DD78-45EA-8ABE-1B3BFDE589B9}" destId="{57361E60-0371-4329-9C99-DC3DFF644A25}" srcOrd="0" destOrd="0" presId="urn:microsoft.com/office/officeart/2016/7/layout/RepeatingBendingProcessNew"/>
    <dgm:cxn modelId="{5620D02C-61FA-419B-9569-B84A04C04627}" type="presOf" srcId="{1E7EB107-A16D-46B7-BD40-17B0A4041D40}" destId="{E648B610-4602-4E99-A57C-30853F2D92A1}" srcOrd="1" destOrd="0" presId="urn:microsoft.com/office/officeart/2016/7/layout/RepeatingBendingProcessNew"/>
    <dgm:cxn modelId="{236B6168-EB94-4412-8B08-BA625EC48A42}" type="presOf" srcId="{938EA662-A2BC-4F3F-B6F8-6518CB5A2CB8}" destId="{765387BE-F387-4C65-9C03-781C962111F9}" srcOrd="0" destOrd="0" presId="urn:microsoft.com/office/officeart/2016/7/layout/RepeatingBendingProcessNew"/>
    <dgm:cxn modelId="{E9AD3C93-9130-4FE3-A73D-ECC811BFB51F}" srcId="{2AD25746-C31F-4903-B0EF-58ACB1DB9E47}" destId="{79C0EA81-8E09-4768-8452-6C98BD53CFB7}" srcOrd="0" destOrd="0" parTransId="{A7315200-B276-40C2-B135-87F8A50E0374}" sibTransId="{938EA662-A2BC-4F3F-B6F8-6518CB5A2CB8}"/>
    <dgm:cxn modelId="{1A1268EA-451E-4B4E-ABA9-CF947E63ACFD}" srcId="{2AD25746-C31F-4903-B0EF-58ACB1DB9E47}" destId="{2ACFED27-CD2C-4AC0-A667-D7F33D70D55F}" srcOrd="3" destOrd="0" parTransId="{53C73EAB-3E6C-4090-A879-CA7EC9D0B512}" sibTransId="{1E7EB107-A16D-46B7-BD40-17B0A4041D40}"/>
    <dgm:cxn modelId="{45E09088-3F35-4297-9FC6-0C87642143CB}" type="presOf" srcId="{D2F97FF4-2614-4009-BD76-B135D0602234}" destId="{0122B782-5449-492B-9415-E5CCDA439291}" srcOrd="1" destOrd="0" presId="urn:microsoft.com/office/officeart/2016/7/layout/RepeatingBendingProcessNew"/>
    <dgm:cxn modelId="{7C1542F4-C97B-4B86-946D-6FE308E8AD6D}" type="presOf" srcId="{988132D7-6E69-49C1-B196-D46A10AC3CFF}" destId="{BC3E0A30-2D68-4BD2-896D-44223A779E0C}" srcOrd="0" destOrd="0" presId="urn:microsoft.com/office/officeart/2016/7/layout/RepeatingBendingProcessNew"/>
    <dgm:cxn modelId="{14796950-B73C-4120-93B3-A8F7690C0AE7}" type="presOf" srcId="{4AEF4ED8-3EFA-455E-B0DB-5805E50AA1D0}" destId="{903100B7-1835-4905-8041-59F809E10B85}" srcOrd="0" destOrd="0" presId="urn:microsoft.com/office/officeart/2016/7/layout/RepeatingBendingProcessNew"/>
    <dgm:cxn modelId="{1B5E9A2C-EC71-40EF-BBF3-8E76049104C1}" type="presOf" srcId="{7DBC9FFB-27A7-4F6F-A95B-A6CBCA8297F5}" destId="{C4A2395F-3952-442D-B896-E37D1C0C96E9}" srcOrd="0" destOrd="0" presId="urn:microsoft.com/office/officeart/2016/7/layout/RepeatingBendingProcessNew"/>
    <dgm:cxn modelId="{0C753E24-6381-4D44-951E-C7FA96AFA442}" type="presOf" srcId="{2AB4C2D6-5CBD-4706-808B-C213CC4EA3BE}" destId="{763F4DCE-BE66-4473-9303-F9359624C03A}" srcOrd="0" destOrd="0" presId="urn:microsoft.com/office/officeart/2016/7/layout/RepeatingBendingProcessNew"/>
    <dgm:cxn modelId="{F37C410D-55C3-44EB-AA63-6A3D45DB0BB6}" type="presOf" srcId="{1E7EB107-A16D-46B7-BD40-17B0A4041D40}" destId="{B99C2E3C-F550-46CC-B3E2-0EFCA5602F1A}" srcOrd="0" destOrd="0" presId="urn:microsoft.com/office/officeart/2016/7/layout/RepeatingBendingProcessNew"/>
    <dgm:cxn modelId="{C3036842-B31F-4DCC-9EBC-F0DF28243F8E}" srcId="{2AD25746-C31F-4903-B0EF-58ACB1DB9E47}" destId="{2AB4C2D6-5CBD-4706-808B-C213CC4EA3BE}" srcOrd="4" destOrd="0" parTransId="{F9647692-80CA-494F-B0A2-D604FE7D1CBB}" sibTransId="{96BEA520-DD78-45EA-8ABE-1B3BFDE589B9}"/>
    <dgm:cxn modelId="{E0F2827E-2C77-4D9C-9FE4-1F56DFE75E69}" type="presOf" srcId="{2ACFED27-CD2C-4AC0-A667-D7F33D70D55F}" destId="{FBC3F95F-AE25-4CC8-B40F-402E0A840445}" srcOrd="0" destOrd="0" presId="urn:microsoft.com/office/officeart/2016/7/layout/RepeatingBendingProcessNew"/>
    <dgm:cxn modelId="{857F9876-B2E3-4420-9A2F-89301146178F}" type="presOf" srcId="{2AD25746-C31F-4903-B0EF-58ACB1DB9E47}" destId="{E9D3F677-822C-4759-9EF1-03E701A03924}" srcOrd="0" destOrd="0" presId="urn:microsoft.com/office/officeart/2016/7/layout/RepeatingBendingProcessNew"/>
    <dgm:cxn modelId="{86BD65F9-842C-4FB7-9E5A-A00587D4D9EE}" type="presOf" srcId="{D2F97FF4-2614-4009-BD76-B135D0602234}" destId="{268109D4-D118-4731-8D71-38544E48FFF4}" srcOrd="0" destOrd="0" presId="urn:microsoft.com/office/officeart/2016/7/layout/RepeatingBendingProcessNew"/>
    <dgm:cxn modelId="{36D0B27A-9C8D-45C8-A5F5-0ADA6447BAE1}" type="presOf" srcId="{96BEA520-DD78-45EA-8ABE-1B3BFDE589B9}" destId="{2B19FB83-E172-4E74-ABCA-500C80D57942}" srcOrd="1" destOrd="0" presId="urn:microsoft.com/office/officeart/2016/7/layout/RepeatingBendingProcessNew"/>
    <dgm:cxn modelId="{E6E69B95-CFFF-4598-B5B3-3C7D2FFB0803}" srcId="{2AD25746-C31F-4903-B0EF-58ACB1DB9E47}" destId="{988132D7-6E69-49C1-B196-D46A10AC3CFF}" srcOrd="2" destOrd="0" parTransId="{5D77AB4A-11AF-4787-9642-7A50F09CDAE5}" sibTransId="{4AEF4ED8-3EFA-455E-B0DB-5805E50AA1D0}"/>
    <dgm:cxn modelId="{685DB0CF-E42E-4340-99D2-42E21EC36C27}" type="presOf" srcId="{938EA662-A2BC-4F3F-B6F8-6518CB5A2CB8}" destId="{F4D02EE1-6062-48EF-AF74-6C85B682699C}" srcOrd="1" destOrd="0" presId="urn:microsoft.com/office/officeart/2016/7/layout/RepeatingBendingProcessNew"/>
    <dgm:cxn modelId="{F6049FA2-7E44-48D3-B7B9-0626690D2472}" srcId="{2AD25746-C31F-4903-B0EF-58ACB1DB9E47}" destId="{5D3A8D53-825F-4F71-B136-CC1E272B9CB5}" srcOrd="1" destOrd="0" parTransId="{2E34DB1B-621D-4A76-BA9A-BC20A710011E}" sibTransId="{D2F97FF4-2614-4009-BD76-B135D0602234}"/>
    <dgm:cxn modelId="{A959E1E8-D93E-4802-942E-86AE233873F5}" type="presParOf" srcId="{E9D3F677-822C-4759-9EF1-03E701A03924}" destId="{11E63F53-DF60-434C-AD22-190EF7789ADB}" srcOrd="0" destOrd="0" presId="urn:microsoft.com/office/officeart/2016/7/layout/RepeatingBendingProcessNew"/>
    <dgm:cxn modelId="{CA9BACD2-4191-4659-BCF5-60DD19288281}" type="presParOf" srcId="{E9D3F677-822C-4759-9EF1-03E701A03924}" destId="{765387BE-F387-4C65-9C03-781C962111F9}" srcOrd="1" destOrd="0" presId="urn:microsoft.com/office/officeart/2016/7/layout/RepeatingBendingProcessNew"/>
    <dgm:cxn modelId="{FE9580C4-FCA6-47E1-AE59-42FD003CF44B}" type="presParOf" srcId="{765387BE-F387-4C65-9C03-781C962111F9}" destId="{F4D02EE1-6062-48EF-AF74-6C85B682699C}" srcOrd="0" destOrd="0" presId="urn:microsoft.com/office/officeart/2016/7/layout/RepeatingBendingProcessNew"/>
    <dgm:cxn modelId="{B4F24CCD-CB6C-4A24-BF0A-24CA28CA068F}" type="presParOf" srcId="{E9D3F677-822C-4759-9EF1-03E701A03924}" destId="{F955D37B-D1E2-4840-AEA7-48DA315CA150}" srcOrd="2" destOrd="0" presId="urn:microsoft.com/office/officeart/2016/7/layout/RepeatingBendingProcessNew"/>
    <dgm:cxn modelId="{48A86C2D-B97F-41A6-B5B2-626C33AEB1E1}" type="presParOf" srcId="{E9D3F677-822C-4759-9EF1-03E701A03924}" destId="{268109D4-D118-4731-8D71-38544E48FFF4}" srcOrd="3" destOrd="0" presId="urn:microsoft.com/office/officeart/2016/7/layout/RepeatingBendingProcessNew"/>
    <dgm:cxn modelId="{4B491528-36E0-4F09-92A1-AF2B59E8C9A9}" type="presParOf" srcId="{268109D4-D118-4731-8D71-38544E48FFF4}" destId="{0122B782-5449-492B-9415-E5CCDA439291}" srcOrd="0" destOrd="0" presId="urn:microsoft.com/office/officeart/2016/7/layout/RepeatingBendingProcessNew"/>
    <dgm:cxn modelId="{6E23985C-6FF8-44EF-BA49-4111DF290387}" type="presParOf" srcId="{E9D3F677-822C-4759-9EF1-03E701A03924}" destId="{BC3E0A30-2D68-4BD2-896D-44223A779E0C}" srcOrd="4" destOrd="0" presId="urn:microsoft.com/office/officeart/2016/7/layout/RepeatingBendingProcessNew"/>
    <dgm:cxn modelId="{6EF81C2B-68EF-46EC-8F10-873F325BBB6F}" type="presParOf" srcId="{E9D3F677-822C-4759-9EF1-03E701A03924}" destId="{903100B7-1835-4905-8041-59F809E10B85}" srcOrd="5" destOrd="0" presId="urn:microsoft.com/office/officeart/2016/7/layout/RepeatingBendingProcessNew"/>
    <dgm:cxn modelId="{ACD76267-0E87-4589-B8B5-678A300A5C61}" type="presParOf" srcId="{903100B7-1835-4905-8041-59F809E10B85}" destId="{5EA8F0EC-EAA9-45E1-8E59-DF593E678463}" srcOrd="0" destOrd="0" presId="urn:microsoft.com/office/officeart/2016/7/layout/RepeatingBendingProcessNew"/>
    <dgm:cxn modelId="{6AECED89-7BEC-4E17-B6E8-0A7C9CD5AEED}" type="presParOf" srcId="{E9D3F677-822C-4759-9EF1-03E701A03924}" destId="{FBC3F95F-AE25-4CC8-B40F-402E0A840445}" srcOrd="6" destOrd="0" presId="urn:microsoft.com/office/officeart/2016/7/layout/RepeatingBendingProcessNew"/>
    <dgm:cxn modelId="{BB3D3C59-C57F-419C-B071-A10672C6A997}" type="presParOf" srcId="{E9D3F677-822C-4759-9EF1-03E701A03924}" destId="{B99C2E3C-F550-46CC-B3E2-0EFCA5602F1A}" srcOrd="7" destOrd="0" presId="urn:microsoft.com/office/officeart/2016/7/layout/RepeatingBendingProcessNew"/>
    <dgm:cxn modelId="{2140CF2B-A440-46CF-B74E-7B474F11D3CF}" type="presParOf" srcId="{B99C2E3C-F550-46CC-B3E2-0EFCA5602F1A}" destId="{E648B610-4602-4E99-A57C-30853F2D92A1}" srcOrd="0" destOrd="0" presId="urn:microsoft.com/office/officeart/2016/7/layout/RepeatingBendingProcessNew"/>
    <dgm:cxn modelId="{E7176738-14A6-4724-8782-CD7792AFCAB8}" type="presParOf" srcId="{E9D3F677-822C-4759-9EF1-03E701A03924}" destId="{763F4DCE-BE66-4473-9303-F9359624C03A}" srcOrd="8" destOrd="0" presId="urn:microsoft.com/office/officeart/2016/7/layout/RepeatingBendingProcessNew"/>
    <dgm:cxn modelId="{F09851F9-A583-4546-BAF3-9A4DC01C68A7}" type="presParOf" srcId="{E9D3F677-822C-4759-9EF1-03E701A03924}" destId="{57361E60-0371-4329-9C99-DC3DFF644A25}" srcOrd="9" destOrd="0" presId="urn:microsoft.com/office/officeart/2016/7/layout/RepeatingBendingProcessNew"/>
    <dgm:cxn modelId="{0D3907D9-3779-44A5-B5F0-DFA7DB9988DF}" type="presParOf" srcId="{57361E60-0371-4329-9C99-DC3DFF644A25}" destId="{2B19FB83-E172-4E74-ABCA-500C80D57942}" srcOrd="0" destOrd="0" presId="urn:microsoft.com/office/officeart/2016/7/layout/RepeatingBendingProcessNew"/>
    <dgm:cxn modelId="{8B3DB9FD-93C6-42D6-8304-D2F92E0B89B2}" type="presParOf" srcId="{E9D3F677-822C-4759-9EF1-03E701A03924}" destId="{C4A2395F-3952-442D-B896-E37D1C0C96E9}"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57C7A27-73B9-47FA-A522-679562AD979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F05D3E1-87C2-4472-A6AE-340E3151BBC3}">
      <dgm:prSet/>
      <dgm:spPr/>
      <dgm:t>
        <a:bodyPr/>
        <a:lstStyle/>
        <a:p>
          <a:pPr>
            <a:lnSpc>
              <a:spcPct val="100000"/>
            </a:lnSpc>
          </a:pPr>
          <a:r>
            <a:rPr lang="en-US"/>
            <a:t>A web server, also known as an HTTP server, has as its primary job to accept requests for web pages from web browsers and then return those web pages to the browser along with all of their linked images, CSS files, and JavaScript files.</a:t>
          </a:r>
        </a:p>
      </dgm:t>
    </dgm:pt>
    <dgm:pt modelId="{ADC70D6D-1EA3-48DC-B0E2-37AA5770E08D}" type="parTrans" cxnId="{1B946626-B0CF-40FE-9F32-148B111410EB}">
      <dgm:prSet/>
      <dgm:spPr/>
      <dgm:t>
        <a:bodyPr/>
        <a:lstStyle/>
        <a:p>
          <a:endParaRPr lang="en-US"/>
        </a:p>
      </dgm:t>
    </dgm:pt>
    <dgm:pt modelId="{BB5CC2E4-F1AF-4A7C-8E82-2ED619ECEBE5}" type="sibTrans" cxnId="{1B946626-B0CF-40FE-9F32-148B111410EB}">
      <dgm:prSet/>
      <dgm:spPr/>
      <dgm:t>
        <a:bodyPr/>
        <a:lstStyle/>
        <a:p>
          <a:endParaRPr lang="en-US"/>
        </a:p>
      </dgm:t>
    </dgm:pt>
    <dgm:pt modelId="{C934C6E3-B84A-44E4-9B41-665E5C33386E}">
      <dgm:prSet/>
      <dgm:spPr/>
      <dgm:t>
        <a:bodyPr/>
        <a:lstStyle/>
        <a:p>
          <a:pPr>
            <a:lnSpc>
              <a:spcPct val="100000"/>
            </a:lnSpc>
          </a:pPr>
          <a:r>
            <a:rPr lang="en-US"/>
            <a:t>The React library and the user interfaces you create using React are among the linked JavaScript files that a web server sends to a web browser, and React itself has no ability to handle requests from web browsers, although it can interact with the browser, just as any JavaScript code can, through the browser’s application programming interfaces (APIs).</a:t>
          </a:r>
        </a:p>
      </dgm:t>
    </dgm:pt>
    <dgm:pt modelId="{540CAFF2-6760-495E-92C5-0E648DFAC15C}" type="parTrans" cxnId="{81264B1C-5B0B-4A3A-BBB9-59FF6D443648}">
      <dgm:prSet/>
      <dgm:spPr/>
      <dgm:t>
        <a:bodyPr/>
        <a:lstStyle/>
        <a:p>
          <a:endParaRPr lang="en-US"/>
        </a:p>
      </dgm:t>
    </dgm:pt>
    <dgm:pt modelId="{DB43BE85-5C9E-4E98-AA75-D8C3B170E894}" type="sibTrans" cxnId="{81264B1C-5B0B-4A3A-BBB9-59FF6D443648}">
      <dgm:prSet/>
      <dgm:spPr/>
      <dgm:t>
        <a:bodyPr/>
        <a:lstStyle/>
        <a:p>
          <a:endParaRPr lang="en-US"/>
        </a:p>
      </dgm:t>
    </dgm:pt>
    <dgm:pt modelId="{1B1F3963-805D-4F85-88C5-401472CDC432}" type="pres">
      <dgm:prSet presAssocID="{E57C7A27-73B9-47FA-A522-679562AD9793}" presName="root" presStyleCnt="0">
        <dgm:presLayoutVars>
          <dgm:dir/>
          <dgm:resizeHandles val="exact"/>
        </dgm:presLayoutVars>
      </dgm:prSet>
      <dgm:spPr/>
      <dgm:t>
        <a:bodyPr/>
        <a:lstStyle/>
        <a:p>
          <a:endParaRPr lang="en-US"/>
        </a:p>
      </dgm:t>
    </dgm:pt>
    <dgm:pt modelId="{5D11E938-DE67-4508-8F01-96899CD6A0C3}" type="pres">
      <dgm:prSet presAssocID="{4F05D3E1-87C2-4472-A6AE-340E3151BBC3}" presName="compNode" presStyleCnt="0"/>
      <dgm:spPr/>
    </dgm:pt>
    <dgm:pt modelId="{44F51B10-D1DE-414B-B6F3-AA545800E20E}" type="pres">
      <dgm:prSet presAssocID="{4F05D3E1-87C2-4472-A6AE-340E3151BBC3}" presName="bgRect" presStyleLbl="bgShp" presStyleIdx="0" presStyleCnt="2"/>
      <dgm:spPr/>
    </dgm:pt>
    <dgm:pt modelId="{84FE5530-14A6-4DCF-81A1-E51231405D3F}" type="pres">
      <dgm:prSet presAssocID="{4F05D3E1-87C2-4472-A6AE-340E3151BBC3}" presName="iconRect" presStyleLbl="node1" presStyleIdx="0" presStyleCnt="2"/>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dgm:spPr>
      <dgm:t>
        <a:bodyPr/>
        <a:lstStyle/>
        <a:p>
          <a:endParaRPr lang="en-US"/>
        </a:p>
      </dgm:t>
      <dgm:extLst>
        <a:ext uri="{E40237B7-FDA0-4F09-8148-C483321AD2D9}">
          <dgm14:cNvPr xmlns:dgm14="http://schemas.microsoft.com/office/drawing/2010/diagram" id="0" name="" descr="Programmer"/>
        </a:ext>
      </dgm:extLst>
    </dgm:pt>
    <dgm:pt modelId="{EE11761D-2732-44DD-84BC-030D6EE9C4DA}" type="pres">
      <dgm:prSet presAssocID="{4F05D3E1-87C2-4472-A6AE-340E3151BBC3}" presName="spaceRect" presStyleCnt="0"/>
      <dgm:spPr/>
    </dgm:pt>
    <dgm:pt modelId="{716A0DF5-ED8E-437A-9A98-8D728EC9E059}" type="pres">
      <dgm:prSet presAssocID="{4F05D3E1-87C2-4472-A6AE-340E3151BBC3}" presName="parTx" presStyleLbl="revTx" presStyleIdx="0" presStyleCnt="2">
        <dgm:presLayoutVars>
          <dgm:chMax val="0"/>
          <dgm:chPref val="0"/>
        </dgm:presLayoutVars>
      </dgm:prSet>
      <dgm:spPr/>
      <dgm:t>
        <a:bodyPr/>
        <a:lstStyle/>
        <a:p>
          <a:endParaRPr lang="en-US"/>
        </a:p>
      </dgm:t>
    </dgm:pt>
    <dgm:pt modelId="{BAD556EB-5506-47D4-81FC-F8DCD3595A1E}" type="pres">
      <dgm:prSet presAssocID="{BB5CC2E4-F1AF-4A7C-8E82-2ED619ECEBE5}" presName="sibTrans" presStyleCnt="0"/>
      <dgm:spPr/>
    </dgm:pt>
    <dgm:pt modelId="{9B463FED-17F4-4F0F-A585-B3E47C485C25}" type="pres">
      <dgm:prSet presAssocID="{C934C6E3-B84A-44E4-9B41-665E5C33386E}" presName="compNode" presStyleCnt="0"/>
      <dgm:spPr/>
    </dgm:pt>
    <dgm:pt modelId="{878892D7-8D32-4C91-9593-3AAD74DE6296}" type="pres">
      <dgm:prSet presAssocID="{C934C6E3-B84A-44E4-9B41-665E5C33386E}" presName="bgRect" presStyleLbl="bgShp" presStyleIdx="1" presStyleCnt="2"/>
      <dgm:spPr/>
    </dgm:pt>
    <dgm:pt modelId="{501372E7-51E6-4DBA-9661-2733576010FF}" type="pres">
      <dgm:prSet presAssocID="{C934C6E3-B84A-44E4-9B41-665E5C33386E}" presName="iconRect" presStyleLbl="node1" presStyleIdx="1" presStyleCnt="2"/>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dgm:spPr>
      <dgm:t>
        <a:bodyPr/>
        <a:lstStyle/>
        <a:p>
          <a:endParaRPr lang="en-US"/>
        </a:p>
      </dgm:t>
      <dgm:extLst>
        <a:ext uri="{E40237B7-FDA0-4F09-8148-C483321AD2D9}">
          <dgm14:cNvPr xmlns:dgm14="http://schemas.microsoft.com/office/drawing/2010/diagram" id="0" name="" descr="Web Design"/>
        </a:ext>
      </dgm:extLst>
    </dgm:pt>
    <dgm:pt modelId="{7D4898D6-132D-4BEF-92A5-4DDB322C16E7}" type="pres">
      <dgm:prSet presAssocID="{C934C6E3-B84A-44E4-9B41-665E5C33386E}" presName="spaceRect" presStyleCnt="0"/>
      <dgm:spPr/>
    </dgm:pt>
    <dgm:pt modelId="{CC39D198-62BB-4739-95B0-C9C579BB0B7C}" type="pres">
      <dgm:prSet presAssocID="{C934C6E3-B84A-44E4-9B41-665E5C33386E}" presName="parTx" presStyleLbl="revTx" presStyleIdx="1" presStyleCnt="2">
        <dgm:presLayoutVars>
          <dgm:chMax val="0"/>
          <dgm:chPref val="0"/>
        </dgm:presLayoutVars>
      </dgm:prSet>
      <dgm:spPr/>
      <dgm:t>
        <a:bodyPr/>
        <a:lstStyle/>
        <a:p>
          <a:endParaRPr lang="en-US"/>
        </a:p>
      </dgm:t>
    </dgm:pt>
  </dgm:ptLst>
  <dgm:cxnLst>
    <dgm:cxn modelId="{13C33C08-9891-4B60-9292-B263D8C7EF88}" type="presOf" srcId="{C934C6E3-B84A-44E4-9B41-665E5C33386E}" destId="{CC39D198-62BB-4739-95B0-C9C579BB0B7C}" srcOrd="0" destOrd="0" presId="urn:microsoft.com/office/officeart/2018/2/layout/IconVerticalSolidList"/>
    <dgm:cxn modelId="{001E1F5A-5A80-47E1-AE75-A09B3B9DE3D2}" type="presOf" srcId="{E57C7A27-73B9-47FA-A522-679562AD9793}" destId="{1B1F3963-805D-4F85-88C5-401472CDC432}" srcOrd="0" destOrd="0" presId="urn:microsoft.com/office/officeart/2018/2/layout/IconVerticalSolidList"/>
    <dgm:cxn modelId="{42EAF8B2-DF6F-4850-A3F1-918CEC2BD6C2}" type="presOf" srcId="{4F05D3E1-87C2-4472-A6AE-340E3151BBC3}" destId="{716A0DF5-ED8E-437A-9A98-8D728EC9E059}" srcOrd="0" destOrd="0" presId="urn:microsoft.com/office/officeart/2018/2/layout/IconVerticalSolidList"/>
    <dgm:cxn modelId="{81264B1C-5B0B-4A3A-BBB9-59FF6D443648}" srcId="{E57C7A27-73B9-47FA-A522-679562AD9793}" destId="{C934C6E3-B84A-44E4-9B41-665E5C33386E}" srcOrd="1" destOrd="0" parTransId="{540CAFF2-6760-495E-92C5-0E648DFAC15C}" sibTransId="{DB43BE85-5C9E-4E98-AA75-D8C3B170E894}"/>
    <dgm:cxn modelId="{1B946626-B0CF-40FE-9F32-148B111410EB}" srcId="{E57C7A27-73B9-47FA-A522-679562AD9793}" destId="{4F05D3E1-87C2-4472-A6AE-340E3151BBC3}" srcOrd="0" destOrd="0" parTransId="{ADC70D6D-1EA3-48DC-B0E2-37AA5770E08D}" sibTransId="{BB5CC2E4-F1AF-4A7C-8E82-2ED619ECEBE5}"/>
    <dgm:cxn modelId="{B892880D-CA5D-4180-A7A0-BBD12D8E3778}" type="presParOf" srcId="{1B1F3963-805D-4F85-88C5-401472CDC432}" destId="{5D11E938-DE67-4508-8F01-96899CD6A0C3}" srcOrd="0" destOrd="0" presId="urn:microsoft.com/office/officeart/2018/2/layout/IconVerticalSolidList"/>
    <dgm:cxn modelId="{D03C9BF6-9536-4A6C-8656-C672D9F429D5}" type="presParOf" srcId="{5D11E938-DE67-4508-8F01-96899CD6A0C3}" destId="{44F51B10-D1DE-414B-B6F3-AA545800E20E}" srcOrd="0" destOrd="0" presId="urn:microsoft.com/office/officeart/2018/2/layout/IconVerticalSolidList"/>
    <dgm:cxn modelId="{3341D862-0758-49E9-B446-7EB49439016F}" type="presParOf" srcId="{5D11E938-DE67-4508-8F01-96899CD6A0C3}" destId="{84FE5530-14A6-4DCF-81A1-E51231405D3F}" srcOrd="1" destOrd="0" presId="urn:microsoft.com/office/officeart/2018/2/layout/IconVerticalSolidList"/>
    <dgm:cxn modelId="{EF80BC3B-A48F-414B-9811-DB5CBF4A15A4}" type="presParOf" srcId="{5D11E938-DE67-4508-8F01-96899CD6A0C3}" destId="{EE11761D-2732-44DD-84BC-030D6EE9C4DA}" srcOrd="2" destOrd="0" presId="urn:microsoft.com/office/officeart/2018/2/layout/IconVerticalSolidList"/>
    <dgm:cxn modelId="{CCB474F8-8C8D-4043-B0B7-14F09925208A}" type="presParOf" srcId="{5D11E938-DE67-4508-8F01-96899CD6A0C3}" destId="{716A0DF5-ED8E-437A-9A98-8D728EC9E059}" srcOrd="3" destOrd="0" presId="urn:microsoft.com/office/officeart/2018/2/layout/IconVerticalSolidList"/>
    <dgm:cxn modelId="{1535760C-BC8E-468F-A8D7-71FF35787AB4}" type="presParOf" srcId="{1B1F3963-805D-4F85-88C5-401472CDC432}" destId="{BAD556EB-5506-47D4-81FC-F8DCD3595A1E}" srcOrd="1" destOrd="0" presId="urn:microsoft.com/office/officeart/2018/2/layout/IconVerticalSolidList"/>
    <dgm:cxn modelId="{CD17893E-6C6A-491A-B4F8-A29E34B17BD5}" type="presParOf" srcId="{1B1F3963-805D-4F85-88C5-401472CDC432}" destId="{9B463FED-17F4-4F0F-A585-B3E47C485C25}" srcOrd="2" destOrd="0" presId="urn:microsoft.com/office/officeart/2018/2/layout/IconVerticalSolidList"/>
    <dgm:cxn modelId="{7EF07348-30D5-43E3-98DD-D8A4587B0DB9}" type="presParOf" srcId="{9B463FED-17F4-4F0F-A585-B3E47C485C25}" destId="{878892D7-8D32-4C91-9593-3AAD74DE6296}" srcOrd="0" destOrd="0" presId="urn:microsoft.com/office/officeart/2018/2/layout/IconVerticalSolidList"/>
    <dgm:cxn modelId="{3B343CFC-CE0E-4C3E-8BD2-D0D18CBFB0E5}" type="presParOf" srcId="{9B463FED-17F4-4F0F-A585-B3E47C485C25}" destId="{501372E7-51E6-4DBA-9661-2733576010FF}" srcOrd="1" destOrd="0" presId="urn:microsoft.com/office/officeart/2018/2/layout/IconVerticalSolidList"/>
    <dgm:cxn modelId="{E525F5D0-88BF-4797-9668-160133F73245}" type="presParOf" srcId="{9B463FED-17F4-4F0F-A585-B3E47C485C25}" destId="{7D4898D6-132D-4BEF-92A5-4DDB322C16E7}" srcOrd="2" destOrd="0" presId="urn:microsoft.com/office/officeart/2018/2/layout/IconVerticalSolidList"/>
    <dgm:cxn modelId="{B73EF626-6BD5-4EC6-A89C-A6786DFA50DF}" type="presParOf" srcId="{9B463FED-17F4-4F0F-A585-B3E47C485C25}" destId="{CC39D198-62BB-4739-95B0-C9C579BB0B7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489A1C2-C7A2-4E48-B306-A8BFF3B3F65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4F95977-8C95-4E96-815E-0A78011AF4FD}">
      <dgm:prSet/>
      <dgm:spPr/>
      <dgm:t>
        <a:bodyPr/>
        <a:lstStyle/>
        <a:p>
          <a:pPr>
            <a:lnSpc>
              <a:spcPct val="100000"/>
            </a:lnSpc>
          </a:pPr>
          <a:r>
            <a:rPr lang="en-US"/>
            <a:t>React is a JavaScript library, which means that it is just a collection of JavaScript functions that pro- grammers can make use of. </a:t>
          </a:r>
        </a:p>
      </dgm:t>
    </dgm:pt>
    <dgm:pt modelId="{3C2B3170-0949-4915-B909-5EDD09803F99}" type="parTrans" cxnId="{EBC5C047-83D9-4230-9308-7FA9DC38FD28}">
      <dgm:prSet/>
      <dgm:spPr/>
      <dgm:t>
        <a:bodyPr/>
        <a:lstStyle/>
        <a:p>
          <a:endParaRPr lang="en-US"/>
        </a:p>
      </dgm:t>
    </dgm:pt>
    <dgm:pt modelId="{E0B91035-6D01-433F-835A-E1F510FA3A7C}" type="sibTrans" cxnId="{EBC5C047-83D9-4230-9308-7FA9DC38FD28}">
      <dgm:prSet/>
      <dgm:spPr/>
      <dgm:t>
        <a:bodyPr/>
        <a:lstStyle/>
        <a:p>
          <a:endParaRPr lang="en-US"/>
        </a:p>
      </dgm:t>
    </dgm:pt>
    <dgm:pt modelId="{7D7BE29F-2669-430E-9295-1CE89C937659}">
      <dgm:prSet/>
      <dgm:spPr/>
      <dgm:t>
        <a:bodyPr/>
        <a:lstStyle/>
        <a:p>
          <a:pPr>
            <a:lnSpc>
              <a:spcPct val="100000"/>
            </a:lnSpc>
          </a:pPr>
          <a:r>
            <a:rPr lang="en-US"/>
            <a:t>The idea of a library is to simplify common tasks that programmers need to do frequently so that they can just focus on writing the code that makes a program unique.</a:t>
          </a:r>
        </a:p>
      </dgm:t>
    </dgm:pt>
    <dgm:pt modelId="{0F312FB8-6E13-4FC1-85E8-B397737C4FBD}" type="parTrans" cxnId="{AEA33D78-EBB9-45BE-91E9-4A5BC5819E14}">
      <dgm:prSet/>
      <dgm:spPr/>
      <dgm:t>
        <a:bodyPr/>
        <a:lstStyle/>
        <a:p>
          <a:endParaRPr lang="en-US"/>
        </a:p>
      </dgm:t>
    </dgm:pt>
    <dgm:pt modelId="{B8B2E0B9-1D6D-4DF4-BF1D-A920C0046B38}" type="sibTrans" cxnId="{AEA33D78-EBB9-45BE-91E9-4A5BC5819E14}">
      <dgm:prSet/>
      <dgm:spPr/>
      <dgm:t>
        <a:bodyPr/>
        <a:lstStyle/>
        <a:p>
          <a:endParaRPr lang="en-US"/>
        </a:p>
      </dgm:t>
    </dgm:pt>
    <dgm:pt modelId="{C39BF725-4CEE-46E5-9E33-A61BD4380B0E}" type="pres">
      <dgm:prSet presAssocID="{A489A1C2-C7A2-4E48-B306-A8BFF3B3F65A}" presName="root" presStyleCnt="0">
        <dgm:presLayoutVars>
          <dgm:dir/>
          <dgm:resizeHandles val="exact"/>
        </dgm:presLayoutVars>
      </dgm:prSet>
      <dgm:spPr/>
      <dgm:t>
        <a:bodyPr/>
        <a:lstStyle/>
        <a:p>
          <a:endParaRPr lang="en-US"/>
        </a:p>
      </dgm:t>
    </dgm:pt>
    <dgm:pt modelId="{52D26FD3-6E8E-45BF-8B9F-C0F2EE902B75}" type="pres">
      <dgm:prSet presAssocID="{44F95977-8C95-4E96-815E-0A78011AF4FD}" presName="compNode" presStyleCnt="0"/>
      <dgm:spPr/>
    </dgm:pt>
    <dgm:pt modelId="{3BAB1619-C7A6-4227-BE79-E3AAA1B0B664}" type="pres">
      <dgm:prSet presAssocID="{44F95977-8C95-4E96-815E-0A78011AF4FD}" presName="bgRect" presStyleLbl="bgShp" presStyleIdx="0" presStyleCnt="2"/>
      <dgm:spPr/>
    </dgm:pt>
    <dgm:pt modelId="{75913CA0-E0C6-4C84-BC7A-D79640393E19}" type="pres">
      <dgm:prSet presAssocID="{44F95977-8C95-4E96-815E-0A78011AF4FD}" presName="iconRect" presStyleLbl="node1" presStyleIdx="0" presStyleCnt="2"/>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dgm:spPr>
      <dgm:t>
        <a:bodyPr/>
        <a:lstStyle/>
        <a:p>
          <a:endParaRPr lang="en-US"/>
        </a:p>
      </dgm:t>
      <dgm:extLst>
        <a:ext uri="{E40237B7-FDA0-4F09-8148-C483321AD2D9}">
          <dgm14:cNvPr xmlns:dgm14="http://schemas.microsoft.com/office/drawing/2010/diagram" id="0" name="" descr="Web Design"/>
        </a:ext>
      </dgm:extLst>
    </dgm:pt>
    <dgm:pt modelId="{9D9ED2C6-594F-4544-A6DF-46BE3091E42A}" type="pres">
      <dgm:prSet presAssocID="{44F95977-8C95-4E96-815E-0A78011AF4FD}" presName="spaceRect" presStyleCnt="0"/>
      <dgm:spPr/>
    </dgm:pt>
    <dgm:pt modelId="{EBA01BE4-D0E2-49E7-A65E-756D9BAB949B}" type="pres">
      <dgm:prSet presAssocID="{44F95977-8C95-4E96-815E-0A78011AF4FD}" presName="parTx" presStyleLbl="revTx" presStyleIdx="0" presStyleCnt="2">
        <dgm:presLayoutVars>
          <dgm:chMax val="0"/>
          <dgm:chPref val="0"/>
        </dgm:presLayoutVars>
      </dgm:prSet>
      <dgm:spPr/>
      <dgm:t>
        <a:bodyPr/>
        <a:lstStyle/>
        <a:p>
          <a:endParaRPr lang="en-US"/>
        </a:p>
      </dgm:t>
    </dgm:pt>
    <dgm:pt modelId="{9D96F198-7F98-4B9F-BC8A-04707EB53D6E}" type="pres">
      <dgm:prSet presAssocID="{E0B91035-6D01-433F-835A-E1F510FA3A7C}" presName="sibTrans" presStyleCnt="0"/>
      <dgm:spPr/>
    </dgm:pt>
    <dgm:pt modelId="{4B901046-B3EC-4638-A1D9-E58FA5100E9B}" type="pres">
      <dgm:prSet presAssocID="{7D7BE29F-2669-430E-9295-1CE89C937659}" presName="compNode" presStyleCnt="0"/>
      <dgm:spPr/>
    </dgm:pt>
    <dgm:pt modelId="{D064DBB6-F13F-4D23-AAE4-D6467D17B143}" type="pres">
      <dgm:prSet presAssocID="{7D7BE29F-2669-430E-9295-1CE89C937659}" presName="bgRect" presStyleLbl="bgShp" presStyleIdx="1" presStyleCnt="2"/>
      <dgm:spPr/>
    </dgm:pt>
    <dgm:pt modelId="{8D1AEC43-9B29-4714-A6C3-B44C8EA29BF5}" type="pres">
      <dgm:prSet presAssocID="{7D7BE29F-2669-430E-9295-1CE89C937659}" presName="iconRect" presStyleLbl="node1" presStyleIdx="1" presStyleCnt="2"/>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dgm:spPr>
      <dgm:t>
        <a:bodyPr/>
        <a:lstStyle/>
        <a:p>
          <a:endParaRPr lang="en-US"/>
        </a:p>
      </dgm:t>
      <dgm:extLst>
        <a:ext uri="{E40237B7-FDA0-4F09-8148-C483321AD2D9}">
          <dgm14:cNvPr xmlns:dgm14="http://schemas.microsoft.com/office/drawing/2010/diagram" id="0" name="" descr="Classroom"/>
        </a:ext>
      </dgm:extLst>
    </dgm:pt>
    <dgm:pt modelId="{16EA8BEB-8EFB-49C1-BBBE-5A40ED55A231}" type="pres">
      <dgm:prSet presAssocID="{7D7BE29F-2669-430E-9295-1CE89C937659}" presName="spaceRect" presStyleCnt="0"/>
      <dgm:spPr/>
    </dgm:pt>
    <dgm:pt modelId="{C9695F0B-8677-4475-A799-A12E5909CEF9}" type="pres">
      <dgm:prSet presAssocID="{7D7BE29F-2669-430E-9295-1CE89C937659}" presName="parTx" presStyleLbl="revTx" presStyleIdx="1" presStyleCnt="2">
        <dgm:presLayoutVars>
          <dgm:chMax val="0"/>
          <dgm:chPref val="0"/>
        </dgm:presLayoutVars>
      </dgm:prSet>
      <dgm:spPr/>
      <dgm:t>
        <a:bodyPr/>
        <a:lstStyle/>
        <a:p>
          <a:endParaRPr lang="en-US"/>
        </a:p>
      </dgm:t>
    </dgm:pt>
  </dgm:ptLst>
  <dgm:cxnLst>
    <dgm:cxn modelId="{AEA33D78-EBB9-45BE-91E9-4A5BC5819E14}" srcId="{A489A1C2-C7A2-4E48-B306-A8BFF3B3F65A}" destId="{7D7BE29F-2669-430E-9295-1CE89C937659}" srcOrd="1" destOrd="0" parTransId="{0F312FB8-6E13-4FC1-85E8-B397737C4FBD}" sibTransId="{B8B2E0B9-1D6D-4DF4-BF1D-A920C0046B38}"/>
    <dgm:cxn modelId="{0D460ED2-4ED8-4568-887D-45750F546CA8}" type="presOf" srcId="{44F95977-8C95-4E96-815E-0A78011AF4FD}" destId="{EBA01BE4-D0E2-49E7-A65E-756D9BAB949B}" srcOrd="0" destOrd="0" presId="urn:microsoft.com/office/officeart/2018/2/layout/IconVerticalSolidList"/>
    <dgm:cxn modelId="{8EF3AE6E-A067-4BDB-A9F9-39DC800F293B}" type="presOf" srcId="{7D7BE29F-2669-430E-9295-1CE89C937659}" destId="{C9695F0B-8677-4475-A799-A12E5909CEF9}" srcOrd="0" destOrd="0" presId="urn:microsoft.com/office/officeart/2018/2/layout/IconVerticalSolidList"/>
    <dgm:cxn modelId="{EBC5C047-83D9-4230-9308-7FA9DC38FD28}" srcId="{A489A1C2-C7A2-4E48-B306-A8BFF3B3F65A}" destId="{44F95977-8C95-4E96-815E-0A78011AF4FD}" srcOrd="0" destOrd="0" parTransId="{3C2B3170-0949-4915-B909-5EDD09803F99}" sibTransId="{E0B91035-6D01-433F-835A-E1F510FA3A7C}"/>
    <dgm:cxn modelId="{CC4E7506-46C6-469F-8121-0D61A672D992}" type="presOf" srcId="{A489A1C2-C7A2-4E48-B306-A8BFF3B3F65A}" destId="{C39BF725-4CEE-46E5-9E33-A61BD4380B0E}" srcOrd="0" destOrd="0" presId="urn:microsoft.com/office/officeart/2018/2/layout/IconVerticalSolidList"/>
    <dgm:cxn modelId="{A1912083-631E-4D30-A1B5-FA45F6EF4E3C}" type="presParOf" srcId="{C39BF725-4CEE-46E5-9E33-A61BD4380B0E}" destId="{52D26FD3-6E8E-45BF-8B9F-C0F2EE902B75}" srcOrd="0" destOrd="0" presId="urn:microsoft.com/office/officeart/2018/2/layout/IconVerticalSolidList"/>
    <dgm:cxn modelId="{7A9EC6EC-722F-4700-AF19-259B7A5BBA46}" type="presParOf" srcId="{52D26FD3-6E8E-45BF-8B9F-C0F2EE902B75}" destId="{3BAB1619-C7A6-4227-BE79-E3AAA1B0B664}" srcOrd="0" destOrd="0" presId="urn:microsoft.com/office/officeart/2018/2/layout/IconVerticalSolidList"/>
    <dgm:cxn modelId="{91EF60B5-29B8-4DD1-85A3-C3C5020E09A0}" type="presParOf" srcId="{52D26FD3-6E8E-45BF-8B9F-C0F2EE902B75}" destId="{75913CA0-E0C6-4C84-BC7A-D79640393E19}" srcOrd="1" destOrd="0" presId="urn:microsoft.com/office/officeart/2018/2/layout/IconVerticalSolidList"/>
    <dgm:cxn modelId="{E01E485A-E42C-49CE-9D38-5524FA82F349}" type="presParOf" srcId="{52D26FD3-6E8E-45BF-8B9F-C0F2EE902B75}" destId="{9D9ED2C6-594F-4544-A6DF-46BE3091E42A}" srcOrd="2" destOrd="0" presId="urn:microsoft.com/office/officeart/2018/2/layout/IconVerticalSolidList"/>
    <dgm:cxn modelId="{18171E83-DAE0-4B3D-A279-EFA0197737DA}" type="presParOf" srcId="{52D26FD3-6E8E-45BF-8B9F-C0F2EE902B75}" destId="{EBA01BE4-D0E2-49E7-A65E-756D9BAB949B}" srcOrd="3" destOrd="0" presId="urn:microsoft.com/office/officeart/2018/2/layout/IconVerticalSolidList"/>
    <dgm:cxn modelId="{B214A719-F9CB-4369-AE5C-3048F4A7225A}" type="presParOf" srcId="{C39BF725-4CEE-46E5-9E33-A61BD4380B0E}" destId="{9D96F198-7F98-4B9F-BC8A-04707EB53D6E}" srcOrd="1" destOrd="0" presId="urn:microsoft.com/office/officeart/2018/2/layout/IconVerticalSolidList"/>
    <dgm:cxn modelId="{F23B9F38-187A-46EE-A9BF-0A2D69874921}" type="presParOf" srcId="{C39BF725-4CEE-46E5-9E33-A61BD4380B0E}" destId="{4B901046-B3EC-4638-A1D9-E58FA5100E9B}" srcOrd="2" destOrd="0" presId="urn:microsoft.com/office/officeart/2018/2/layout/IconVerticalSolidList"/>
    <dgm:cxn modelId="{B4564159-B0D3-4C4A-8FBD-D9C8EB03582C}" type="presParOf" srcId="{4B901046-B3EC-4638-A1D9-E58FA5100E9B}" destId="{D064DBB6-F13F-4D23-AAE4-D6467D17B143}" srcOrd="0" destOrd="0" presId="urn:microsoft.com/office/officeart/2018/2/layout/IconVerticalSolidList"/>
    <dgm:cxn modelId="{183CF640-B366-4381-84AE-43219D36FD32}" type="presParOf" srcId="{4B901046-B3EC-4638-A1D9-E58FA5100E9B}" destId="{8D1AEC43-9B29-4714-A6C3-B44C8EA29BF5}" srcOrd="1" destOrd="0" presId="urn:microsoft.com/office/officeart/2018/2/layout/IconVerticalSolidList"/>
    <dgm:cxn modelId="{28338D5B-D99A-4BEE-8122-6DF180156E53}" type="presParOf" srcId="{4B901046-B3EC-4638-A1D9-E58FA5100E9B}" destId="{16EA8BEB-8EFB-49C1-BBBE-5A40ED55A231}" srcOrd="2" destOrd="0" presId="urn:microsoft.com/office/officeart/2018/2/layout/IconVerticalSolidList"/>
    <dgm:cxn modelId="{FE460B14-ADF6-4C2A-A757-FE4CB11A25DB}" type="presParOf" srcId="{4B901046-B3EC-4638-A1D9-E58FA5100E9B}" destId="{C9695F0B-8677-4475-A799-A12E5909CEF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B7D3C9-5D8D-4E40-9F75-34E8EDC43F45}">
      <dsp:nvSpPr>
        <dsp:cNvPr id="0" name=""/>
        <dsp:cNvSpPr/>
      </dsp:nvSpPr>
      <dsp:spPr>
        <a:xfrm>
          <a:off x="0" y="0"/>
          <a:ext cx="5245455" cy="99742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a:lnSpc>
              <a:spcPct val="90000"/>
            </a:lnSpc>
            <a:spcBef>
              <a:spcPct val="0"/>
            </a:spcBef>
            <a:spcAft>
              <a:spcPct val="35000"/>
            </a:spcAft>
          </a:pPr>
          <a:r>
            <a:rPr lang="en-US" sz="1200" kern="1200"/>
            <a:t>The virtual DOM (VDOM) is a programming concept where an ideal, or “virtual”, representation of a UI is kept in memory and synced with the “real” DOM by a library such as ReactDOM. This process is called </a:t>
          </a:r>
          <a:r>
            <a:rPr lang="en-US" sz="1200" kern="1200">
              <a:hlinkClick xmlns:r="http://schemas.openxmlformats.org/officeDocument/2006/relationships" r:id="rId1"/>
            </a:rPr>
            <a:t>reconciliation</a:t>
          </a:r>
          <a:r>
            <a:rPr lang="en-US" sz="1200" kern="1200"/>
            <a:t>.</a:t>
          </a:r>
        </a:p>
      </dsp:txBody>
      <dsp:txXfrm>
        <a:off x="29214" y="29214"/>
        <a:ext cx="4052453" cy="938999"/>
      </dsp:txXfrm>
    </dsp:sp>
    <dsp:sp modelId="{A455CADF-24BA-4414-95DC-78DD215E1C23}">
      <dsp:nvSpPr>
        <dsp:cNvPr id="0" name=""/>
        <dsp:cNvSpPr/>
      </dsp:nvSpPr>
      <dsp:spPr>
        <a:xfrm>
          <a:off x="391706" y="1135959"/>
          <a:ext cx="5245455" cy="997427"/>
        </a:xfrm>
        <a:prstGeom prst="roundRect">
          <a:avLst>
            <a:gd name="adj" fmla="val 10000"/>
          </a:avLst>
        </a:prstGeom>
        <a:solidFill>
          <a:schemeClr val="accent2">
            <a:hueOff val="-612388"/>
            <a:satOff val="-2828"/>
            <a:lumOff val="-58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a:lnSpc>
              <a:spcPct val="90000"/>
            </a:lnSpc>
            <a:spcBef>
              <a:spcPct val="0"/>
            </a:spcBef>
            <a:spcAft>
              <a:spcPct val="35000"/>
            </a:spcAft>
          </a:pPr>
          <a:r>
            <a:rPr lang="en-US" sz="1200" kern="1200"/>
            <a:t>This approach enables the declarative API of React: You tell React what state you want the UI to be in, and it makes sure the DOM matches that state. </a:t>
          </a:r>
        </a:p>
      </dsp:txBody>
      <dsp:txXfrm>
        <a:off x="420920" y="1165173"/>
        <a:ext cx="4146993" cy="938999"/>
      </dsp:txXfrm>
    </dsp:sp>
    <dsp:sp modelId="{4BCEECF4-16B0-4132-A084-78374C16B670}">
      <dsp:nvSpPr>
        <dsp:cNvPr id="0" name=""/>
        <dsp:cNvSpPr/>
      </dsp:nvSpPr>
      <dsp:spPr>
        <a:xfrm>
          <a:off x="783412" y="2271918"/>
          <a:ext cx="5245455" cy="997427"/>
        </a:xfrm>
        <a:prstGeom prst="roundRect">
          <a:avLst>
            <a:gd name="adj" fmla="val 10000"/>
          </a:avLst>
        </a:prstGeom>
        <a:solidFill>
          <a:schemeClr val="accent2">
            <a:hueOff val="-1224775"/>
            <a:satOff val="-5657"/>
            <a:lumOff val="-1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a:lnSpc>
              <a:spcPct val="90000"/>
            </a:lnSpc>
            <a:spcBef>
              <a:spcPct val="0"/>
            </a:spcBef>
            <a:spcAft>
              <a:spcPct val="35000"/>
            </a:spcAft>
          </a:pPr>
          <a:r>
            <a:rPr lang="en-US" sz="1200" kern="1200"/>
            <a:t>This abstracts out the attribute manipulation, event handling, and manual DOM updating that you would otherwise have to use to build your app.</a:t>
          </a:r>
        </a:p>
      </dsp:txBody>
      <dsp:txXfrm>
        <a:off x="812626" y="2301132"/>
        <a:ext cx="4146993" cy="938999"/>
      </dsp:txXfrm>
    </dsp:sp>
    <dsp:sp modelId="{82470019-A11A-4CE9-A5AB-31C9F06C3526}">
      <dsp:nvSpPr>
        <dsp:cNvPr id="0" name=""/>
        <dsp:cNvSpPr/>
      </dsp:nvSpPr>
      <dsp:spPr>
        <a:xfrm>
          <a:off x="1175118" y="3407877"/>
          <a:ext cx="5245455" cy="997427"/>
        </a:xfrm>
        <a:prstGeom prst="roundRect">
          <a:avLst>
            <a:gd name="adj" fmla="val 10000"/>
          </a:avLst>
        </a:prstGeom>
        <a:solidFill>
          <a:schemeClr val="accent2">
            <a:hueOff val="-1837163"/>
            <a:satOff val="-8485"/>
            <a:lumOff val="-176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a:lnSpc>
              <a:spcPct val="90000"/>
            </a:lnSpc>
            <a:spcBef>
              <a:spcPct val="0"/>
            </a:spcBef>
            <a:spcAft>
              <a:spcPct val="35000"/>
            </a:spcAft>
          </a:pPr>
          <a:r>
            <a:rPr lang="en-US" sz="1200" kern="1200"/>
            <a:t>Since “virtual DOM” is more of a pattern than a specific technology, people sometimes say it to mean different things. In React world, the term “virtual DOM” is usually associated with </a:t>
          </a:r>
          <a:r>
            <a:rPr lang="en-US" sz="1200" kern="1200">
              <a:hlinkClick xmlns:r="http://schemas.openxmlformats.org/officeDocument/2006/relationships" r:id="rId2"/>
            </a:rPr>
            <a:t>React elements</a:t>
          </a:r>
          <a:r>
            <a:rPr lang="en-US" sz="1200" kern="1200"/>
            <a:t> since they are the objects representing the user interface. </a:t>
          </a:r>
        </a:p>
      </dsp:txBody>
      <dsp:txXfrm>
        <a:off x="1204332" y="3437091"/>
        <a:ext cx="4146993" cy="938999"/>
      </dsp:txXfrm>
    </dsp:sp>
    <dsp:sp modelId="{4F4859E0-0F5D-4286-97CB-0D6CF84DA867}">
      <dsp:nvSpPr>
        <dsp:cNvPr id="0" name=""/>
        <dsp:cNvSpPr/>
      </dsp:nvSpPr>
      <dsp:spPr>
        <a:xfrm>
          <a:off x="1566824" y="4543836"/>
          <a:ext cx="5245455" cy="997427"/>
        </a:xfrm>
        <a:prstGeom prst="roundRect">
          <a:avLst>
            <a:gd name="adj" fmla="val 10000"/>
          </a:avLst>
        </a:prstGeom>
        <a:solidFill>
          <a:schemeClr val="accent2">
            <a:hueOff val="-2449550"/>
            <a:satOff val="-11314"/>
            <a:lumOff val="-235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a:lnSpc>
              <a:spcPct val="90000"/>
            </a:lnSpc>
            <a:spcBef>
              <a:spcPct val="0"/>
            </a:spcBef>
            <a:spcAft>
              <a:spcPct val="35000"/>
            </a:spcAft>
          </a:pPr>
          <a:r>
            <a:rPr lang="en-US" sz="1200" kern="1200"/>
            <a:t>React, however, also uses internal objects called “fibers” to hold additional information about the component tree. They may also be considered a part of “virtual DOM” implementation in React.</a:t>
          </a:r>
        </a:p>
      </dsp:txBody>
      <dsp:txXfrm>
        <a:off x="1596038" y="4573050"/>
        <a:ext cx="4146993" cy="938999"/>
      </dsp:txXfrm>
    </dsp:sp>
    <dsp:sp modelId="{3500D9B5-F3CB-4AF5-847C-3701BDE96B13}">
      <dsp:nvSpPr>
        <dsp:cNvPr id="0" name=""/>
        <dsp:cNvSpPr/>
      </dsp:nvSpPr>
      <dsp:spPr>
        <a:xfrm>
          <a:off x="4597127" y="728676"/>
          <a:ext cx="648327" cy="648327"/>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lvl="0" algn="ctr" defTabSz="1377950">
            <a:lnSpc>
              <a:spcPct val="90000"/>
            </a:lnSpc>
            <a:spcBef>
              <a:spcPct val="0"/>
            </a:spcBef>
            <a:spcAft>
              <a:spcPct val="35000"/>
            </a:spcAft>
          </a:pPr>
          <a:endParaRPr lang="en-US" sz="3100" kern="1200"/>
        </a:p>
      </dsp:txBody>
      <dsp:txXfrm>
        <a:off x="4743001" y="728676"/>
        <a:ext cx="356579" cy="487866"/>
      </dsp:txXfrm>
    </dsp:sp>
    <dsp:sp modelId="{7841CD4D-1417-4702-B205-746088D00755}">
      <dsp:nvSpPr>
        <dsp:cNvPr id="0" name=""/>
        <dsp:cNvSpPr/>
      </dsp:nvSpPr>
      <dsp:spPr>
        <a:xfrm>
          <a:off x="4988833" y="1864635"/>
          <a:ext cx="648327" cy="648327"/>
        </a:xfrm>
        <a:prstGeom prst="downArrow">
          <a:avLst>
            <a:gd name="adj1" fmla="val 55000"/>
            <a:gd name="adj2" fmla="val 45000"/>
          </a:avLst>
        </a:prstGeom>
        <a:solidFill>
          <a:schemeClr val="accent2">
            <a:tint val="40000"/>
            <a:alpha val="90000"/>
            <a:hueOff val="-1115085"/>
            <a:satOff val="-2777"/>
            <a:lumOff val="-346"/>
            <a:alphaOff val="0"/>
          </a:schemeClr>
        </a:solidFill>
        <a:ln w="12700" cap="flat" cmpd="sng" algn="ctr">
          <a:solidFill>
            <a:schemeClr val="accent2">
              <a:tint val="40000"/>
              <a:alpha val="90000"/>
              <a:hueOff val="-1115085"/>
              <a:satOff val="-2777"/>
              <a:lumOff val="-34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lvl="0" algn="ctr" defTabSz="1377950">
            <a:lnSpc>
              <a:spcPct val="90000"/>
            </a:lnSpc>
            <a:spcBef>
              <a:spcPct val="0"/>
            </a:spcBef>
            <a:spcAft>
              <a:spcPct val="35000"/>
            </a:spcAft>
          </a:pPr>
          <a:endParaRPr lang="en-US" sz="3100" kern="1200"/>
        </a:p>
      </dsp:txBody>
      <dsp:txXfrm>
        <a:off x="5134707" y="1864635"/>
        <a:ext cx="356579" cy="487866"/>
      </dsp:txXfrm>
    </dsp:sp>
    <dsp:sp modelId="{4C0A11E8-96AE-4B0E-B4F5-0EEAC276FB2A}">
      <dsp:nvSpPr>
        <dsp:cNvPr id="0" name=""/>
        <dsp:cNvSpPr/>
      </dsp:nvSpPr>
      <dsp:spPr>
        <a:xfrm>
          <a:off x="5380539" y="2983970"/>
          <a:ext cx="648327" cy="648327"/>
        </a:xfrm>
        <a:prstGeom prst="downArrow">
          <a:avLst>
            <a:gd name="adj1" fmla="val 55000"/>
            <a:gd name="adj2" fmla="val 45000"/>
          </a:avLst>
        </a:prstGeom>
        <a:solidFill>
          <a:schemeClr val="accent2">
            <a:tint val="40000"/>
            <a:alpha val="90000"/>
            <a:hueOff val="-2230170"/>
            <a:satOff val="-5555"/>
            <a:lumOff val="-692"/>
            <a:alphaOff val="0"/>
          </a:schemeClr>
        </a:solidFill>
        <a:ln w="12700" cap="flat" cmpd="sng" algn="ctr">
          <a:solidFill>
            <a:schemeClr val="accent2">
              <a:tint val="40000"/>
              <a:alpha val="90000"/>
              <a:hueOff val="-2230170"/>
              <a:satOff val="-5555"/>
              <a:lumOff val="-69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lvl="0" algn="ctr" defTabSz="1377950">
            <a:lnSpc>
              <a:spcPct val="90000"/>
            </a:lnSpc>
            <a:spcBef>
              <a:spcPct val="0"/>
            </a:spcBef>
            <a:spcAft>
              <a:spcPct val="35000"/>
            </a:spcAft>
          </a:pPr>
          <a:endParaRPr lang="en-US" sz="3100" kern="1200"/>
        </a:p>
      </dsp:txBody>
      <dsp:txXfrm>
        <a:off x="5526413" y="2983970"/>
        <a:ext cx="356579" cy="487866"/>
      </dsp:txXfrm>
    </dsp:sp>
    <dsp:sp modelId="{83DB676C-9D91-4323-B038-6C2AF6ED52F2}">
      <dsp:nvSpPr>
        <dsp:cNvPr id="0" name=""/>
        <dsp:cNvSpPr/>
      </dsp:nvSpPr>
      <dsp:spPr>
        <a:xfrm>
          <a:off x="5772246" y="4131012"/>
          <a:ext cx="648327" cy="648327"/>
        </a:xfrm>
        <a:prstGeom prst="downArrow">
          <a:avLst>
            <a:gd name="adj1" fmla="val 55000"/>
            <a:gd name="adj2" fmla="val 45000"/>
          </a:avLst>
        </a:prstGeom>
        <a:solidFill>
          <a:schemeClr val="accent2">
            <a:tint val="40000"/>
            <a:alpha val="90000"/>
            <a:hueOff val="-3345255"/>
            <a:satOff val="-8332"/>
            <a:lumOff val="-1038"/>
            <a:alphaOff val="0"/>
          </a:schemeClr>
        </a:solidFill>
        <a:ln w="12700" cap="flat" cmpd="sng" algn="ctr">
          <a:solidFill>
            <a:schemeClr val="accent2">
              <a:tint val="40000"/>
              <a:alpha val="90000"/>
              <a:hueOff val="-3345255"/>
              <a:satOff val="-8332"/>
              <a:lumOff val="-10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lvl="0" algn="ctr" defTabSz="1377950">
            <a:lnSpc>
              <a:spcPct val="90000"/>
            </a:lnSpc>
            <a:spcBef>
              <a:spcPct val="0"/>
            </a:spcBef>
            <a:spcAft>
              <a:spcPct val="35000"/>
            </a:spcAft>
          </a:pPr>
          <a:endParaRPr lang="en-US" sz="3100" kern="1200"/>
        </a:p>
      </dsp:txBody>
      <dsp:txXfrm>
        <a:off x="5918120" y="4131012"/>
        <a:ext cx="356579" cy="4878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E50959-0704-4203-8DEA-B8DC33BB9FBE}">
      <dsp:nvSpPr>
        <dsp:cNvPr id="0" name=""/>
        <dsp:cNvSpPr/>
      </dsp:nvSpPr>
      <dsp:spPr>
        <a:xfrm>
          <a:off x="0" y="2997"/>
          <a:ext cx="10168127" cy="4932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E83DD4-DB34-457B-B291-F76DF8957338}">
      <dsp:nvSpPr>
        <dsp:cNvPr id="0" name=""/>
        <dsp:cNvSpPr/>
      </dsp:nvSpPr>
      <dsp:spPr>
        <a:xfrm>
          <a:off x="149222" y="113989"/>
          <a:ext cx="271579" cy="271314"/>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7E5851-671F-4C88-BE64-B3AD7989F00C}">
      <dsp:nvSpPr>
        <dsp:cNvPr id="0" name=""/>
        <dsp:cNvSpPr/>
      </dsp:nvSpPr>
      <dsp:spPr>
        <a:xfrm>
          <a:off x="570025" y="2997"/>
          <a:ext cx="9589323" cy="508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839" tIns="53839" rIns="53839" bIns="53839" numCol="1" spcCol="1270" anchor="ctr" anchorCtr="0">
          <a:noAutofit/>
        </a:bodyPr>
        <a:lstStyle/>
        <a:p>
          <a:pPr lvl="0" algn="l" defTabSz="622300">
            <a:lnSpc>
              <a:spcPct val="100000"/>
            </a:lnSpc>
            <a:spcBef>
              <a:spcPct val="0"/>
            </a:spcBef>
            <a:spcAft>
              <a:spcPct val="35000"/>
            </a:spcAft>
          </a:pPr>
          <a:r>
            <a:rPr lang="en-US" sz="1400" kern="1200"/>
            <a:t>The Virtual DOM is a concept used by libraries like React.js to optimize the process of updating the actual DOM.</a:t>
          </a:r>
        </a:p>
      </dsp:txBody>
      <dsp:txXfrm>
        <a:off x="570025" y="2997"/>
        <a:ext cx="9589323" cy="508714"/>
      </dsp:txXfrm>
    </dsp:sp>
    <dsp:sp modelId="{92CCF507-2659-41C2-B5CB-2C9E0E999721}">
      <dsp:nvSpPr>
        <dsp:cNvPr id="0" name=""/>
        <dsp:cNvSpPr/>
      </dsp:nvSpPr>
      <dsp:spPr>
        <a:xfrm>
          <a:off x="0" y="638890"/>
          <a:ext cx="10168127" cy="4932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EE303E-57F9-4194-AC47-2EF437E7B270}">
      <dsp:nvSpPr>
        <dsp:cNvPr id="0" name=""/>
        <dsp:cNvSpPr/>
      </dsp:nvSpPr>
      <dsp:spPr>
        <a:xfrm>
          <a:off x="149222" y="749883"/>
          <a:ext cx="271579" cy="271314"/>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8910C3-E655-4EE0-A4D4-C6B727A41AF8}">
      <dsp:nvSpPr>
        <dsp:cNvPr id="0" name=""/>
        <dsp:cNvSpPr/>
      </dsp:nvSpPr>
      <dsp:spPr>
        <a:xfrm>
          <a:off x="570025" y="638890"/>
          <a:ext cx="9589323" cy="508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839" tIns="53839" rIns="53839" bIns="53839" numCol="1" spcCol="1270" anchor="ctr" anchorCtr="0">
          <a:noAutofit/>
        </a:bodyPr>
        <a:lstStyle/>
        <a:p>
          <a:pPr lvl="0" algn="l" defTabSz="622300">
            <a:lnSpc>
              <a:spcPct val="100000"/>
            </a:lnSpc>
            <a:spcBef>
              <a:spcPct val="0"/>
            </a:spcBef>
            <a:spcAft>
              <a:spcPct val="35000"/>
            </a:spcAft>
          </a:pPr>
          <a:r>
            <a:rPr lang="en-US" sz="1400" kern="1200"/>
            <a:t>It is a lightweight copy of the DOM tree maintained by the framework or library.</a:t>
          </a:r>
        </a:p>
      </dsp:txBody>
      <dsp:txXfrm>
        <a:off x="570025" y="638890"/>
        <a:ext cx="9589323" cy="508714"/>
      </dsp:txXfrm>
    </dsp:sp>
    <dsp:sp modelId="{DDA1339B-8AB6-4366-99F4-2A070C2ABBFA}">
      <dsp:nvSpPr>
        <dsp:cNvPr id="0" name=""/>
        <dsp:cNvSpPr/>
      </dsp:nvSpPr>
      <dsp:spPr>
        <a:xfrm>
          <a:off x="0" y="1274784"/>
          <a:ext cx="10168127" cy="4932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B6B067-E05E-4EA8-BF92-F3080639ACDB}">
      <dsp:nvSpPr>
        <dsp:cNvPr id="0" name=""/>
        <dsp:cNvSpPr/>
      </dsp:nvSpPr>
      <dsp:spPr>
        <a:xfrm>
          <a:off x="149222" y="1385776"/>
          <a:ext cx="271579" cy="271314"/>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C6A2BD-C421-4061-911F-A4D074985BCB}">
      <dsp:nvSpPr>
        <dsp:cNvPr id="0" name=""/>
        <dsp:cNvSpPr/>
      </dsp:nvSpPr>
      <dsp:spPr>
        <a:xfrm>
          <a:off x="570025" y="1274784"/>
          <a:ext cx="9589323" cy="508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839" tIns="53839" rIns="53839" bIns="53839" numCol="1" spcCol="1270" anchor="ctr" anchorCtr="0">
          <a:noAutofit/>
        </a:bodyPr>
        <a:lstStyle/>
        <a:p>
          <a:pPr lvl="0" algn="l" defTabSz="622300">
            <a:lnSpc>
              <a:spcPct val="100000"/>
            </a:lnSpc>
            <a:spcBef>
              <a:spcPct val="0"/>
            </a:spcBef>
            <a:spcAft>
              <a:spcPct val="35000"/>
            </a:spcAft>
          </a:pPr>
          <a:r>
            <a:rPr lang="en-US" sz="1400" kern="1200"/>
            <a:t>When there are changes to be made to the UI, instead of directly manipulating the actual DOM, changes are first made to the Virtual DOM.</a:t>
          </a:r>
        </a:p>
      </dsp:txBody>
      <dsp:txXfrm>
        <a:off x="570025" y="1274784"/>
        <a:ext cx="9589323" cy="508714"/>
      </dsp:txXfrm>
    </dsp:sp>
    <dsp:sp modelId="{A21FFE24-A492-4149-92BA-9CC1589AB61F}">
      <dsp:nvSpPr>
        <dsp:cNvPr id="0" name=""/>
        <dsp:cNvSpPr/>
      </dsp:nvSpPr>
      <dsp:spPr>
        <a:xfrm>
          <a:off x="0" y="1910677"/>
          <a:ext cx="10168127" cy="4932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666E77-79B5-474B-A33F-FD5932C0FF8C}">
      <dsp:nvSpPr>
        <dsp:cNvPr id="0" name=""/>
        <dsp:cNvSpPr/>
      </dsp:nvSpPr>
      <dsp:spPr>
        <a:xfrm>
          <a:off x="149222" y="2021669"/>
          <a:ext cx="271579" cy="271314"/>
        </a:xfrm>
        <a:prstGeom prst="rect">
          <a:avLst/>
        </a:prstGeom>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A09E1C-5592-41B1-99A1-9253C8D2EE81}">
      <dsp:nvSpPr>
        <dsp:cNvPr id="0" name=""/>
        <dsp:cNvSpPr/>
      </dsp:nvSpPr>
      <dsp:spPr>
        <a:xfrm>
          <a:off x="570025" y="1910677"/>
          <a:ext cx="9589323" cy="508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839" tIns="53839" rIns="53839" bIns="53839" numCol="1" spcCol="1270" anchor="ctr" anchorCtr="0">
          <a:noAutofit/>
        </a:bodyPr>
        <a:lstStyle/>
        <a:p>
          <a:pPr lvl="0" algn="l" defTabSz="622300">
            <a:lnSpc>
              <a:spcPct val="100000"/>
            </a:lnSpc>
            <a:spcBef>
              <a:spcPct val="0"/>
            </a:spcBef>
            <a:spcAft>
              <a:spcPct val="35000"/>
            </a:spcAft>
          </a:pPr>
          <a:r>
            <a:rPr lang="en-US" sz="1400" kern="1200"/>
            <a:t>After the changes are made to the Virtual DOM, the framework compares it with the previous state of the Virtual DOM to determine the minimal set of changes needed to update the actual DOM.</a:t>
          </a:r>
        </a:p>
      </dsp:txBody>
      <dsp:txXfrm>
        <a:off x="570025" y="1910677"/>
        <a:ext cx="9589323" cy="508714"/>
      </dsp:txXfrm>
    </dsp:sp>
    <dsp:sp modelId="{6163F126-2717-4D80-8924-5FD51447EA99}">
      <dsp:nvSpPr>
        <dsp:cNvPr id="0" name=""/>
        <dsp:cNvSpPr/>
      </dsp:nvSpPr>
      <dsp:spPr>
        <a:xfrm>
          <a:off x="0" y="2546570"/>
          <a:ext cx="10168127" cy="4932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282729-149F-4C70-8721-BB4E960A2096}">
      <dsp:nvSpPr>
        <dsp:cNvPr id="0" name=""/>
        <dsp:cNvSpPr/>
      </dsp:nvSpPr>
      <dsp:spPr>
        <a:xfrm>
          <a:off x="149222" y="2657562"/>
          <a:ext cx="271579" cy="271314"/>
        </a:xfrm>
        <a:prstGeom prst="rect">
          <a:avLst/>
        </a:prstGeom>
        <a:blipFill>
          <a:blip xmlns:r="http://schemas.openxmlformats.org/officeDocument/2006/relationships" r:embed="rId9" cstate="print">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528473-B7F5-4EFE-B736-34C7AE006861}">
      <dsp:nvSpPr>
        <dsp:cNvPr id="0" name=""/>
        <dsp:cNvSpPr/>
      </dsp:nvSpPr>
      <dsp:spPr>
        <a:xfrm>
          <a:off x="570025" y="2546570"/>
          <a:ext cx="9589323" cy="508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839" tIns="53839" rIns="53839" bIns="53839" numCol="1" spcCol="1270" anchor="ctr" anchorCtr="0">
          <a:noAutofit/>
        </a:bodyPr>
        <a:lstStyle/>
        <a:p>
          <a:pPr lvl="0" algn="l" defTabSz="622300">
            <a:lnSpc>
              <a:spcPct val="100000"/>
            </a:lnSpc>
            <a:spcBef>
              <a:spcPct val="0"/>
            </a:spcBef>
            <a:spcAft>
              <a:spcPct val="35000"/>
            </a:spcAft>
          </a:pPr>
          <a:r>
            <a:rPr lang="en-US" sz="1400" kern="1200"/>
            <a:t>Once the minimal set of changes is determined, the framework updates the actual DOM accordingly, resulting in improved performance compared to direct DOM manipulation.</a:t>
          </a:r>
        </a:p>
      </dsp:txBody>
      <dsp:txXfrm>
        <a:off x="570025" y="2546570"/>
        <a:ext cx="9589323" cy="508714"/>
      </dsp:txXfrm>
    </dsp:sp>
    <dsp:sp modelId="{DC73121B-ED2D-4ADB-9AC3-5CFDD94F0A3D}">
      <dsp:nvSpPr>
        <dsp:cNvPr id="0" name=""/>
        <dsp:cNvSpPr/>
      </dsp:nvSpPr>
      <dsp:spPr>
        <a:xfrm>
          <a:off x="0" y="3182463"/>
          <a:ext cx="10168127" cy="4932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646E36-3883-418E-979E-51DCBFD23BBB}">
      <dsp:nvSpPr>
        <dsp:cNvPr id="0" name=""/>
        <dsp:cNvSpPr/>
      </dsp:nvSpPr>
      <dsp:spPr>
        <a:xfrm>
          <a:off x="149222" y="3293456"/>
          <a:ext cx="271579" cy="271314"/>
        </a:xfrm>
        <a:prstGeom prst="rect">
          <a:avLst/>
        </a:prstGeom>
        <a:blipFill>
          <a:blip xmlns:r="http://schemas.openxmlformats.org/officeDocument/2006/relationships" r:embed="rId11" cstate="print">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258B26-6134-4E63-A5B5-222C8FB10383}">
      <dsp:nvSpPr>
        <dsp:cNvPr id="0" name=""/>
        <dsp:cNvSpPr/>
      </dsp:nvSpPr>
      <dsp:spPr>
        <a:xfrm>
          <a:off x="570025" y="3182463"/>
          <a:ext cx="9589323" cy="508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839" tIns="53839" rIns="53839" bIns="53839" numCol="1" spcCol="1270" anchor="ctr" anchorCtr="0">
          <a:noAutofit/>
        </a:bodyPr>
        <a:lstStyle/>
        <a:p>
          <a:pPr lvl="0" algn="l" defTabSz="622300">
            <a:lnSpc>
              <a:spcPct val="100000"/>
            </a:lnSpc>
            <a:spcBef>
              <a:spcPct val="0"/>
            </a:spcBef>
            <a:spcAft>
              <a:spcPct val="35000"/>
            </a:spcAft>
          </a:pPr>
          <a:r>
            <a:rPr lang="en-US" sz="1400" kern="1200"/>
            <a:t>The Virtual DOM is essentially a layer of abstraction that helps optimize rendering performance by reducing the number of manipulations needed on the actual DOM.</a:t>
          </a:r>
        </a:p>
      </dsp:txBody>
      <dsp:txXfrm>
        <a:off x="570025" y="3182463"/>
        <a:ext cx="9589323" cy="5087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1B281F-7EDE-409C-BCD8-EFDE2CE88B4B}">
      <dsp:nvSpPr>
        <dsp:cNvPr id="0" name=""/>
        <dsp:cNvSpPr/>
      </dsp:nvSpPr>
      <dsp:spPr>
        <a:xfrm>
          <a:off x="0" y="578231"/>
          <a:ext cx="6812280" cy="1053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a:t>The DOM represents the structure of an HTML document as a tree-like structure where each node represents an element, attribute, or text within the document.</a:t>
          </a:r>
        </a:p>
      </dsp:txBody>
      <dsp:txXfrm>
        <a:off x="51403" y="629634"/>
        <a:ext cx="6709474" cy="950194"/>
      </dsp:txXfrm>
    </dsp:sp>
    <dsp:sp modelId="{C5C9856E-0214-45C9-9BB3-E42EEEB5C5BF}">
      <dsp:nvSpPr>
        <dsp:cNvPr id="0" name=""/>
        <dsp:cNvSpPr/>
      </dsp:nvSpPr>
      <dsp:spPr>
        <a:xfrm>
          <a:off x="0" y="1688832"/>
          <a:ext cx="6812280" cy="1053000"/>
        </a:xfrm>
        <a:prstGeom prst="roundRect">
          <a:avLst/>
        </a:prstGeom>
        <a:solidFill>
          <a:schemeClr val="accent2">
            <a:hueOff val="-816517"/>
            <a:satOff val="-3771"/>
            <a:lumOff val="-78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a:t>It is a programming interface for web documents. It represents the page so that programs can change the document structure, style, and content.</a:t>
          </a:r>
        </a:p>
      </dsp:txBody>
      <dsp:txXfrm>
        <a:off x="51403" y="1740235"/>
        <a:ext cx="6709474" cy="950194"/>
      </dsp:txXfrm>
    </dsp:sp>
    <dsp:sp modelId="{D570AAD4-6C9F-4A8D-A607-BD70487EB6F7}">
      <dsp:nvSpPr>
        <dsp:cNvPr id="0" name=""/>
        <dsp:cNvSpPr/>
      </dsp:nvSpPr>
      <dsp:spPr>
        <a:xfrm>
          <a:off x="0" y="2799432"/>
          <a:ext cx="6812280" cy="1053000"/>
        </a:xfrm>
        <a:prstGeom prst="roundRect">
          <a:avLst/>
        </a:prstGeom>
        <a:solidFill>
          <a:schemeClr val="accent2">
            <a:hueOff val="-1633033"/>
            <a:satOff val="-7543"/>
            <a:lumOff val="-15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a:t>The DOM is the rendered version of the HTML document and is what the browser uses to determine how to display the content.</a:t>
          </a:r>
        </a:p>
      </dsp:txBody>
      <dsp:txXfrm>
        <a:off x="51403" y="2850835"/>
        <a:ext cx="6709474" cy="950194"/>
      </dsp:txXfrm>
    </dsp:sp>
    <dsp:sp modelId="{90588D8D-F295-4FBB-958C-F55433D5B388}">
      <dsp:nvSpPr>
        <dsp:cNvPr id="0" name=""/>
        <dsp:cNvSpPr/>
      </dsp:nvSpPr>
      <dsp:spPr>
        <a:xfrm>
          <a:off x="0" y="3910032"/>
          <a:ext cx="6812280" cy="1053000"/>
        </a:xfrm>
        <a:prstGeom prst="roundRect">
          <a:avLst/>
        </a:prstGeom>
        <a:solidFill>
          <a:schemeClr val="accent2">
            <a:hueOff val="-2449550"/>
            <a:satOff val="-11314"/>
            <a:lumOff val="-235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a:t>Any changes made to the DOM directly trigger browser reflows and repaints, which can be computationally expensive, especially for complex web applications.</a:t>
          </a:r>
        </a:p>
      </dsp:txBody>
      <dsp:txXfrm>
        <a:off x="51403" y="3961435"/>
        <a:ext cx="6709474" cy="9501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5387BE-F387-4C65-9C03-781C962111F9}">
      <dsp:nvSpPr>
        <dsp:cNvPr id="0" name=""/>
        <dsp:cNvSpPr/>
      </dsp:nvSpPr>
      <dsp:spPr>
        <a:xfrm>
          <a:off x="2900053" y="688461"/>
          <a:ext cx="529916" cy="91440"/>
        </a:xfrm>
        <a:custGeom>
          <a:avLst/>
          <a:gdLst/>
          <a:ahLst/>
          <a:cxnLst/>
          <a:rect l="0" t="0" r="0" b="0"/>
          <a:pathLst>
            <a:path>
              <a:moveTo>
                <a:pt x="0" y="45720"/>
              </a:moveTo>
              <a:lnTo>
                <a:pt x="529916" y="45720"/>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3150999" y="731375"/>
        <a:ext cx="28025" cy="5610"/>
      </dsp:txXfrm>
    </dsp:sp>
    <dsp:sp modelId="{11E63F53-DF60-434C-AD22-190EF7789ADB}">
      <dsp:nvSpPr>
        <dsp:cNvPr id="0" name=""/>
        <dsp:cNvSpPr/>
      </dsp:nvSpPr>
      <dsp:spPr>
        <a:xfrm>
          <a:off x="464823" y="3072"/>
          <a:ext cx="2437029" cy="1462217"/>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9416" tIns="125349" rIns="119416" bIns="125349" numCol="1" spcCol="1270" anchor="ctr" anchorCtr="0">
          <a:noAutofit/>
        </a:bodyPr>
        <a:lstStyle/>
        <a:p>
          <a:pPr lvl="0" algn="ctr" defTabSz="533400">
            <a:lnSpc>
              <a:spcPct val="90000"/>
            </a:lnSpc>
            <a:spcBef>
              <a:spcPct val="0"/>
            </a:spcBef>
            <a:spcAft>
              <a:spcPct val="35000"/>
            </a:spcAft>
          </a:pPr>
          <a:r>
            <a:rPr lang="en-US" sz="1200" kern="1200"/>
            <a:t>A programmer writes React code to render a user interface, which results in a single React element being returned.</a:t>
          </a:r>
        </a:p>
      </dsp:txBody>
      <dsp:txXfrm>
        <a:off x="464823" y="3072"/>
        <a:ext cx="2437029" cy="1462217"/>
      </dsp:txXfrm>
    </dsp:sp>
    <dsp:sp modelId="{268109D4-D118-4731-8D71-38544E48FFF4}">
      <dsp:nvSpPr>
        <dsp:cNvPr id="0" name=""/>
        <dsp:cNvSpPr/>
      </dsp:nvSpPr>
      <dsp:spPr>
        <a:xfrm>
          <a:off x="1683338" y="1463490"/>
          <a:ext cx="2997546" cy="529916"/>
        </a:xfrm>
        <a:custGeom>
          <a:avLst/>
          <a:gdLst/>
          <a:ahLst/>
          <a:cxnLst/>
          <a:rect l="0" t="0" r="0" b="0"/>
          <a:pathLst>
            <a:path>
              <a:moveTo>
                <a:pt x="2997546" y="0"/>
              </a:moveTo>
              <a:lnTo>
                <a:pt x="2997546" y="282058"/>
              </a:lnTo>
              <a:lnTo>
                <a:pt x="0" y="282058"/>
              </a:lnTo>
              <a:lnTo>
                <a:pt x="0" y="529916"/>
              </a:lnTo>
            </a:path>
          </a:pathLst>
        </a:custGeom>
        <a:noFill/>
        <a:ln w="6350" cap="flat" cmpd="sng" algn="ctr">
          <a:solidFill>
            <a:schemeClr val="accent5">
              <a:hueOff val="4352466"/>
              <a:satOff val="1923"/>
              <a:lumOff val="-210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3105874" y="1725643"/>
        <a:ext cx="152475" cy="5610"/>
      </dsp:txXfrm>
    </dsp:sp>
    <dsp:sp modelId="{F955D37B-D1E2-4840-AEA7-48DA315CA150}">
      <dsp:nvSpPr>
        <dsp:cNvPr id="0" name=""/>
        <dsp:cNvSpPr/>
      </dsp:nvSpPr>
      <dsp:spPr>
        <a:xfrm>
          <a:off x="3462370" y="3072"/>
          <a:ext cx="2437029" cy="1462217"/>
        </a:xfrm>
        <a:prstGeom prst="rect">
          <a:avLst/>
        </a:prstGeom>
        <a:solidFill>
          <a:schemeClr val="accent5">
            <a:hueOff val="3481973"/>
            <a:satOff val="1538"/>
            <a:lumOff val="-168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9416" tIns="125349" rIns="119416" bIns="125349" numCol="1" spcCol="1270" anchor="ctr" anchorCtr="0">
          <a:noAutofit/>
        </a:bodyPr>
        <a:lstStyle/>
        <a:p>
          <a:pPr lvl="0" algn="ctr" defTabSz="533400">
            <a:lnSpc>
              <a:spcPct val="90000"/>
            </a:lnSpc>
            <a:spcBef>
              <a:spcPct val="0"/>
            </a:spcBef>
            <a:spcAft>
              <a:spcPct val="35000"/>
            </a:spcAft>
          </a:pPr>
          <a:r>
            <a:rPr lang="en-US" sz="1200" kern="1200"/>
            <a:t>ReactDOM’s render method creates a lightweight and simplified representation of the React element in memory (this is the Virtual DOM).</a:t>
          </a:r>
        </a:p>
      </dsp:txBody>
      <dsp:txXfrm>
        <a:off x="3462370" y="3072"/>
        <a:ext cx="2437029" cy="1462217"/>
      </dsp:txXfrm>
    </dsp:sp>
    <dsp:sp modelId="{903100B7-1835-4905-8041-59F809E10B85}">
      <dsp:nvSpPr>
        <dsp:cNvPr id="0" name=""/>
        <dsp:cNvSpPr/>
      </dsp:nvSpPr>
      <dsp:spPr>
        <a:xfrm>
          <a:off x="2900053" y="2711195"/>
          <a:ext cx="529916" cy="91440"/>
        </a:xfrm>
        <a:custGeom>
          <a:avLst/>
          <a:gdLst/>
          <a:ahLst/>
          <a:cxnLst/>
          <a:rect l="0" t="0" r="0" b="0"/>
          <a:pathLst>
            <a:path>
              <a:moveTo>
                <a:pt x="0" y="45720"/>
              </a:moveTo>
              <a:lnTo>
                <a:pt x="529916" y="45720"/>
              </a:lnTo>
            </a:path>
          </a:pathLst>
        </a:custGeom>
        <a:noFill/>
        <a:ln w="6350" cap="flat" cmpd="sng" algn="ctr">
          <a:solidFill>
            <a:schemeClr val="accent5">
              <a:hueOff val="8704932"/>
              <a:satOff val="3846"/>
              <a:lumOff val="-421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3150999" y="2754110"/>
        <a:ext cx="28025" cy="5610"/>
      </dsp:txXfrm>
    </dsp:sp>
    <dsp:sp modelId="{BC3E0A30-2D68-4BD2-896D-44223A779E0C}">
      <dsp:nvSpPr>
        <dsp:cNvPr id="0" name=""/>
        <dsp:cNvSpPr/>
      </dsp:nvSpPr>
      <dsp:spPr>
        <a:xfrm>
          <a:off x="464823" y="2025807"/>
          <a:ext cx="2437029" cy="1462217"/>
        </a:xfrm>
        <a:prstGeom prst="rect">
          <a:avLst/>
        </a:prstGeom>
        <a:solidFill>
          <a:schemeClr val="accent5">
            <a:hueOff val="6963945"/>
            <a:satOff val="3077"/>
            <a:lumOff val="-33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9416" tIns="125349" rIns="119416" bIns="125349" numCol="1" spcCol="1270" anchor="ctr" anchorCtr="0">
          <a:noAutofit/>
        </a:bodyPr>
        <a:lstStyle/>
        <a:p>
          <a:pPr lvl="0" algn="ctr" defTabSz="533400">
            <a:lnSpc>
              <a:spcPct val="90000"/>
            </a:lnSpc>
            <a:spcBef>
              <a:spcPct val="0"/>
            </a:spcBef>
            <a:spcAft>
              <a:spcPct val="35000"/>
            </a:spcAft>
          </a:pPr>
          <a:r>
            <a:rPr lang="en-US" sz="1200" kern="1200"/>
            <a:t>ReactDOM listens for events that require changes to the web page.</a:t>
          </a:r>
        </a:p>
      </dsp:txBody>
      <dsp:txXfrm>
        <a:off x="464823" y="2025807"/>
        <a:ext cx="2437029" cy="1462217"/>
      </dsp:txXfrm>
    </dsp:sp>
    <dsp:sp modelId="{B99C2E3C-F550-46CC-B3E2-0EFCA5602F1A}">
      <dsp:nvSpPr>
        <dsp:cNvPr id="0" name=""/>
        <dsp:cNvSpPr/>
      </dsp:nvSpPr>
      <dsp:spPr>
        <a:xfrm>
          <a:off x="1683338" y="3486224"/>
          <a:ext cx="2997546" cy="529916"/>
        </a:xfrm>
        <a:custGeom>
          <a:avLst/>
          <a:gdLst/>
          <a:ahLst/>
          <a:cxnLst/>
          <a:rect l="0" t="0" r="0" b="0"/>
          <a:pathLst>
            <a:path>
              <a:moveTo>
                <a:pt x="2997546" y="0"/>
              </a:moveTo>
              <a:lnTo>
                <a:pt x="2997546" y="282058"/>
              </a:lnTo>
              <a:lnTo>
                <a:pt x="0" y="282058"/>
              </a:lnTo>
              <a:lnTo>
                <a:pt x="0" y="529916"/>
              </a:lnTo>
            </a:path>
          </a:pathLst>
        </a:custGeom>
        <a:noFill/>
        <a:ln w="6350" cap="flat" cmpd="sng" algn="ctr">
          <a:solidFill>
            <a:schemeClr val="accent5">
              <a:hueOff val="13057397"/>
              <a:satOff val="5769"/>
              <a:lumOff val="-632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3105874" y="3748378"/>
        <a:ext cx="152475" cy="5610"/>
      </dsp:txXfrm>
    </dsp:sp>
    <dsp:sp modelId="{FBC3F95F-AE25-4CC8-B40F-402E0A840445}">
      <dsp:nvSpPr>
        <dsp:cNvPr id="0" name=""/>
        <dsp:cNvSpPr/>
      </dsp:nvSpPr>
      <dsp:spPr>
        <a:xfrm>
          <a:off x="3462370" y="2025807"/>
          <a:ext cx="2437029" cy="1462217"/>
        </a:xfrm>
        <a:prstGeom prst="rect">
          <a:avLst/>
        </a:prstGeom>
        <a:solidFill>
          <a:schemeClr val="accent5">
            <a:hueOff val="10445919"/>
            <a:satOff val="4615"/>
            <a:lumOff val="-5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9416" tIns="125349" rIns="119416" bIns="125349" numCol="1" spcCol="1270" anchor="ctr" anchorCtr="0">
          <a:noAutofit/>
        </a:bodyPr>
        <a:lstStyle/>
        <a:p>
          <a:pPr lvl="0" algn="ctr" defTabSz="533400">
            <a:lnSpc>
              <a:spcPct val="90000"/>
            </a:lnSpc>
            <a:spcBef>
              <a:spcPct val="0"/>
            </a:spcBef>
            <a:spcAft>
              <a:spcPct val="35000"/>
            </a:spcAft>
          </a:pPr>
          <a:r>
            <a:rPr lang="en-US" sz="1200" kern="1200"/>
            <a:t>The ReactDOM.render method creates a new in-memory representation of the web page.</a:t>
          </a:r>
        </a:p>
      </dsp:txBody>
      <dsp:txXfrm>
        <a:off x="3462370" y="2025807"/>
        <a:ext cx="2437029" cy="1462217"/>
      </dsp:txXfrm>
    </dsp:sp>
    <dsp:sp modelId="{57361E60-0371-4329-9C99-DC3DFF644A25}">
      <dsp:nvSpPr>
        <dsp:cNvPr id="0" name=""/>
        <dsp:cNvSpPr/>
      </dsp:nvSpPr>
      <dsp:spPr>
        <a:xfrm>
          <a:off x="2900053" y="4733930"/>
          <a:ext cx="529916" cy="91440"/>
        </a:xfrm>
        <a:custGeom>
          <a:avLst/>
          <a:gdLst/>
          <a:ahLst/>
          <a:cxnLst/>
          <a:rect l="0" t="0" r="0" b="0"/>
          <a:pathLst>
            <a:path>
              <a:moveTo>
                <a:pt x="0" y="45720"/>
              </a:moveTo>
              <a:lnTo>
                <a:pt x="529916" y="45720"/>
              </a:lnTo>
            </a:path>
          </a:pathLst>
        </a:custGeom>
        <a:noFill/>
        <a:ln w="6350" cap="flat" cmpd="sng" algn="ctr">
          <a:solidFill>
            <a:schemeClr val="accent5">
              <a:hueOff val="17409864"/>
              <a:satOff val="7692"/>
              <a:lumOff val="-843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3150999" y="4776845"/>
        <a:ext cx="28025" cy="5610"/>
      </dsp:txXfrm>
    </dsp:sp>
    <dsp:sp modelId="{763F4DCE-BE66-4473-9303-F9359624C03A}">
      <dsp:nvSpPr>
        <dsp:cNvPr id="0" name=""/>
        <dsp:cNvSpPr/>
      </dsp:nvSpPr>
      <dsp:spPr>
        <a:xfrm>
          <a:off x="464823" y="4048541"/>
          <a:ext cx="2437029" cy="1462217"/>
        </a:xfrm>
        <a:prstGeom prst="rect">
          <a:avLst/>
        </a:prstGeom>
        <a:solidFill>
          <a:schemeClr val="accent5">
            <a:hueOff val="13927891"/>
            <a:satOff val="6154"/>
            <a:lumOff val="-67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9416" tIns="125349" rIns="119416" bIns="125349" numCol="1" spcCol="1270" anchor="ctr" anchorCtr="0">
          <a:noAutofit/>
        </a:bodyPr>
        <a:lstStyle/>
        <a:p>
          <a:pPr lvl="0" algn="ctr" defTabSz="533400">
            <a:lnSpc>
              <a:spcPct val="90000"/>
            </a:lnSpc>
            <a:spcBef>
              <a:spcPct val="0"/>
            </a:spcBef>
            <a:spcAft>
              <a:spcPct val="35000"/>
            </a:spcAft>
          </a:pPr>
          <a:r>
            <a:rPr lang="en-US" sz="1200" kern="1200"/>
            <a:t>The ReactDOM library compares the new Virtual DOM representation of the web page to the previous Virtual DOM representation and calculates the difference between the two. This process is called reconciliation.</a:t>
          </a:r>
        </a:p>
      </dsp:txBody>
      <dsp:txXfrm>
        <a:off x="464823" y="4048541"/>
        <a:ext cx="2437029" cy="1462217"/>
      </dsp:txXfrm>
    </dsp:sp>
    <dsp:sp modelId="{C4A2395F-3952-442D-B896-E37D1C0C96E9}">
      <dsp:nvSpPr>
        <dsp:cNvPr id="0" name=""/>
        <dsp:cNvSpPr/>
      </dsp:nvSpPr>
      <dsp:spPr>
        <a:xfrm>
          <a:off x="3462370" y="4048541"/>
          <a:ext cx="2437029" cy="1462217"/>
        </a:xfrm>
        <a:prstGeom prst="rect">
          <a:avLst/>
        </a:prstGeom>
        <a:solidFill>
          <a:schemeClr val="accent5">
            <a:hueOff val="17409864"/>
            <a:satOff val="7692"/>
            <a:lumOff val="-843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9416" tIns="125349" rIns="119416" bIns="125349" numCol="1" spcCol="1270" anchor="ctr" anchorCtr="0">
          <a:noAutofit/>
        </a:bodyPr>
        <a:lstStyle/>
        <a:p>
          <a:pPr lvl="0" algn="ctr" defTabSz="533400">
            <a:lnSpc>
              <a:spcPct val="90000"/>
            </a:lnSpc>
            <a:spcBef>
              <a:spcPct val="0"/>
            </a:spcBef>
            <a:spcAft>
              <a:spcPct val="35000"/>
            </a:spcAft>
          </a:pPr>
          <a:r>
            <a:rPr lang="en-US" sz="1200" kern="1200"/>
            <a:t>ReactDOM applies just the minimal set of changes to the browser DOM in the most efficient way that it can and using the most efficient batching and timing of changes.</a:t>
          </a:r>
        </a:p>
      </dsp:txBody>
      <dsp:txXfrm>
        <a:off x="3462370" y="4048541"/>
        <a:ext cx="2437029" cy="146221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F51B10-D1DE-414B-B6F3-AA545800E20E}">
      <dsp:nvSpPr>
        <dsp:cNvPr id="0" name=""/>
        <dsp:cNvSpPr/>
      </dsp:nvSpPr>
      <dsp:spPr>
        <a:xfrm>
          <a:off x="0" y="600303"/>
          <a:ext cx="10168127" cy="11082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FE5530-14A6-4DCF-81A1-E51231405D3F}">
      <dsp:nvSpPr>
        <dsp:cNvPr id="0" name=""/>
        <dsp:cNvSpPr/>
      </dsp:nvSpPr>
      <dsp:spPr>
        <a:xfrm>
          <a:off x="335246" y="849660"/>
          <a:ext cx="609539" cy="609539"/>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6A0DF5-ED8E-437A-9A98-8D728EC9E059}">
      <dsp:nvSpPr>
        <dsp:cNvPr id="0" name=""/>
        <dsp:cNvSpPr/>
      </dsp:nvSpPr>
      <dsp:spPr>
        <a:xfrm>
          <a:off x="1280031" y="600303"/>
          <a:ext cx="8888096" cy="1108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290" tIns="117290" rIns="117290" bIns="117290" numCol="1" spcCol="1270" anchor="ctr" anchorCtr="0">
          <a:noAutofit/>
        </a:bodyPr>
        <a:lstStyle/>
        <a:p>
          <a:pPr lvl="0" algn="l" defTabSz="622300">
            <a:lnSpc>
              <a:spcPct val="100000"/>
            </a:lnSpc>
            <a:spcBef>
              <a:spcPct val="0"/>
            </a:spcBef>
            <a:spcAft>
              <a:spcPct val="35000"/>
            </a:spcAft>
          </a:pPr>
          <a:r>
            <a:rPr lang="en-US" sz="1400" kern="1200"/>
            <a:t>A web server, also known as an HTTP server, has as its primary job to accept requests for web pages from web browsers and then return those web pages to the browser along with all of their linked images, CSS files, and JavaScript files.</a:t>
          </a:r>
        </a:p>
      </dsp:txBody>
      <dsp:txXfrm>
        <a:off x="1280031" y="600303"/>
        <a:ext cx="8888096" cy="1108252"/>
      </dsp:txXfrm>
    </dsp:sp>
    <dsp:sp modelId="{878892D7-8D32-4C91-9593-3AAD74DE6296}">
      <dsp:nvSpPr>
        <dsp:cNvPr id="0" name=""/>
        <dsp:cNvSpPr/>
      </dsp:nvSpPr>
      <dsp:spPr>
        <a:xfrm>
          <a:off x="0" y="1985619"/>
          <a:ext cx="10168127" cy="11082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1372E7-51E6-4DBA-9661-2733576010FF}">
      <dsp:nvSpPr>
        <dsp:cNvPr id="0" name=""/>
        <dsp:cNvSpPr/>
      </dsp:nvSpPr>
      <dsp:spPr>
        <a:xfrm>
          <a:off x="335246" y="2234976"/>
          <a:ext cx="609539" cy="609539"/>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39D198-62BB-4739-95B0-C9C579BB0B7C}">
      <dsp:nvSpPr>
        <dsp:cNvPr id="0" name=""/>
        <dsp:cNvSpPr/>
      </dsp:nvSpPr>
      <dsp:spPr>
        <a:xfrm>
          <a:off x="1280031" y="1985619"/>
          <a:ext cx="8888096" cy="1108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290" tIns="117290" rIns="117290" bIns="117290" numCol="1" spcCol="1270" anchor="ctr" anchorCtr="0">
          <a:noAutofit/>
        </a:bodyPr>
        <a:lstStyle/>
        <a:p>
          <a:pPr lvl="0" algn="l" defTabSz="622300">
            <a:lnSpc>
              <a:spcPct val="100000"/>
            </a:lnSpc>
            <a:spcBef>
              <a:spcPct val="0"/>
            </a:spcBef>
            <a:spcAft>
              <a:spcPct val="35000"/>
            </a:spcAft>
          </a:pPr>
          <a:r>
            <a:rPr lang="en-US" sz="1400" kern="1200"/>
            <a:t>The React library and the user interfaces you create using React are among the linked JavaScript files that a web server sends to a web browser, and React itself has no ability to handle requests from web browsers, although it can interact with the browser, just as any JavaScript code can, through the browser’s application programming interfaces (APIs).</a:t>
          </a:r>
        </a:p>
      </dsp:txBody>
      <dsp:txXfrm>
        <a:off x="1280031" y="1985619"/>
        <a:ext cx="8888096" cy="110825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AB1619-C7A6-4227-BE79-E3AAA1B0B664}">
      <dsp:nvSpPr>
        <dsp:cNvPr id="0" name=""/>
        <dsp:cNvSpPr/>
      </dsp:nvSpPr>
      <dsp:spPr>
        <a:xfrm>
          <a:off x="0" y="600303"/>
          <a:ext cx="10168127" cy="11082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913CA0-E0C6-4C84-BC7A-D79640393E19}">
      <dsp:nvSpPr>
        <dsp:cNvPr id="0" name=""/>
        <dsp:cNvSpPr/>
      </dsp:nvSpPr>
      <dsp:spPr>
        <a:xfrm>
          <a:off x="335246" y="849660"/>
          <a:ext cx="609539" cy="609539"/>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A01BE4-D0E2-49E7-A65E-756D9BAB949B}">
      <dsp:nvSpPr>
        <dsp:cNvPr id="0" name=""/>
        <dsp:cNvSpPr/>
      </dsp:nvSpPr>
      <dsp:spPr>
        <a:xfrm>
          <a:off x="1280031" y="600303"/>
          <a:ext cx="8888096" cy="1108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290" tIns="117290" rIns="117290" bIns="117290" numCol="1" spcCol="1270" anchor="ctr" anchorCtr="0">
          <a:noAutofit/>
        </a:bodyPr>
        <a:lstStyle/>
        <a:p>
          <a:pPr lvl="0" algn="l" defTabSz="844550">
            <a:lnSpc>
              <a:spcPct val="100000"/>
            </a:lnSpc>
            <a:spcBef>
              <a:spcPct val="0"/>
            </a:spcBef>
            <a:spcAft>
              <a:spcPct val="35000"/>
            </a:spcAft>
          </a:pPr>
          <a:r>
            <a:rPr lang="en-US" sz="1900" kern="1200"/>
            <a:t>React is a JavaScript library, which means that it is just a collection of JavaScript functions that pro- grammers can make use of. </a:t>
          </a:r>
        </a:p>
      </dsp:txBody>
      <dsp:txXfrm>
        <a:off x="1280031" y="600303"/>
        <a:ext cx="8888096" cy="1108252"/>
      </dsp:txXfrm>
    </dsp:sp>
    <dsp:sp modelId="{D064DBB6-F13F-4D23-AAE4-D6467D17B143}">
      <dsp:nvSpPr>
        <dsp:cNvPr id="0" name=""/>
        <dsp:cNvSpPr/>
      </dsp:nvSpPr>
      <dsp:spPr>
        <a:xfrm>
          <a:off x="0" y="1985619"/>
          <a:ext cx="10168127" cy="11082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1AEC43-9B29-4714-A6C3-B44C8EA29BF5}">
      <dsp:nvSpPr>
        <dsp:cNvPr id="0" name=""/>
        <dsp:cNvSpPr/>
      </dsp:nvSpPr>
      <dsp:spPr>
        <a:xfrm>
          <a:off x="335246" y="2234976"/>
          <a:ext cx="609539" cy="609539"/>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695F0B-8677-4475-A799-A12E5909CEF9}">
      <dsp:nvSpPr>
        <dsp:cNvPr id="0" name=""/>
        <dsp:cNvSpPr/>
      </dsp:nvSpPr>
      <dsp:spPr>
        <a:xfrm>
          <a:off x="1280031" y="1985619"/>
          <a:ext cx="8888096" cy="1108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290" tIns="117290" rIns="117290" bIns="117290" numCol="1" spcCol="1270" anchor="ctr" anchorCtr="0">
          <a:noAutofit/>
        </a:bodyPr>
        <a:lstStyle/>
        <a:p>
          <a:pPr lvl="0" algn="l" defTabSz="844550">
            <a:lnSpc>
              <a:spcPct val="100000"/>
            </a:lnSpc>
            <a:spcBef>
              <a:spcPct val="0"/>
            </a:spcBef>
            <a:spcAft>
              <a:spcPct val="35000"/>
            </a:spcAft>
          </a:pPr>
          <a:r>
            <a:rPr lang="en-US" sz="1900" kern="1200"/>
            <a:t>The idea of a library is to simplify common tasks that programmers need to do frequently so that they can just focus on writing the code that makes a program unique.</a:t>
          </a:r>
        </a:p>
      </dsp:txBody>
      <dsp:txXfrm>
        <a:off x="1280031" y="1985619"/>
        <a:ext cx="8888096" cy="1108252"/>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xmlns=""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xmlns=""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7/23/2024</a:t>
            </a:fld>
            <a:endParaRPr lang="en-US" dirty="0"/>
          </a:p>
        </p:txBody>
      </p:sp>
      <p:sp>
        <p:nvSpPr>
          <p:cNvPr id="5" name="Footer Placeholder 4">
            <a:extLst>
              <a:ext uri="{FF2B5EF4-FFF2-40B4-BE49-F238E27FC236}">
                <a16:creationId xmlns:a16="http://schemas.microsoft.com/office/drawing/2014/main" xmlns=""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xmlns=""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xmlns=""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2116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xmlns=""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xmlns=""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xmlns=""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xmlns=""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7/23/2024</a:t>
            </a:fld>
            <a:endParaRPr lang="en-US"/>
          </a:p>
        </p:txBody>
      </p:sp>
      <p:sp>
        <p:nvSpPr>
          <p:cNvPr id="5" name="Footer Placeholder 4">
            <a:extLst>
              <a:ext uri="{FF2B5EF4-FFF2-40B4-BE49-F238E27FC236}">
                <a16:creationId xmlns:a16="http://schemas.microsoft.com/office/drawing/2014/main" xmlns=""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626266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xmlns=""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xmlns=""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xmlns=""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xmlns="" id="{D48BFA7D-4401-4285-802B-1579165F0D6D}"/>
              </a:ext>
            </a:extLst>
          </p:cNvPr>
          <p:cNvSpPr>
            <a:spLocks noGrp="1"/>
          </p:cNvSpPr>
          <p:nvPr>
            <p:ph type="dt" sz="half" idx="10"/>
          </p:nvPr>
        </p:nvSpPr>
        <p:spPr/>
        <p:txBody>
          <a:bodyPr/>
          <a:lstStyle/>
          <a:p>
            <a:fld id="{02AC24A9-CCB6-4F8D-B8DB-C2F3692CFA5A}" type="datetimeFigureOut">
              <a:rPr lang="en-US" smtClean="0"/>
              <a:t>7/23/2024</a:t>
            </a:fld>
            <a:endParaRPr lang="en-US"/>
          </a:p>
        </p:txBody>
      </p:sp>
      <p:sp>
        <p:nvSpPr>
          <p:cNvPr id="5" name="Footer Placeholder 4">
            <a:extLst>
              <a:ext uri="{FF2B5EF4-FFF2-40B4-BE49-F238E27FC236}">
                <a16:creationId xmlns:a16="http://schemas.microsoft.com/office/drawing/2014/main" xmlns=""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750431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xmlns=""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xmlns=""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xmlns=""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xmlns=""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xmlns=""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xmlns=""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7/23/2024</a:t>
            </a:fld>
            <a:endParaRPr lang="en-US"/>
          </a:p>
        </p:txBody>
      </p:sp>
      <p:sp>
        <p:nvSpPr>
          <p:cNvPr id="6" name="Footer Placeholder 5">
            <a:extLst>
              <a:ext uri="{FF2B5EF4-FFF2-40B4-BE49-F238E27FC236}">
                <a16:creationId xmlns:a16="http://schemas.microsoft.com/office/drawing/2014/main" xmlns=""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920947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xmlns=""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xmlns=""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xmlns=""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xmlns=""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xmlns=""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xmlns=""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xmlns=""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xmlns=""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xmlns=""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7/23/2024</a:t>
            </a:fld>
            <a:endParaRPr lang="en-US"/>
          </a:p>
        </p:txBody>
      </p:sp>
      <p:sp>
        <p:nvSpPr>
          <p:cNvPr id="8" name="Footer Placeholder 7">
            <a:extLst>
              <a:ext uri="{FF2B5EF4-FFF2-40B4-BE49-F238E27FC236}">
                <a16:creationId xmlns:a16="http://schemas.microsoft.com/office/drawing/2014/main" xmlns=""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058679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xmlns=""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xmlns=""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xmlns=""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xmlns="" id="{67C91241-A315-4643-91E5-CF2C25CC903A}"/>
              </a:ext>
            </a:extLst>
          </p:cNvPr>
          <p:cNvSpPr>
            <a:spLocks noGrp="1"/>
          </p:cNvSpPr>
          <p:nvPr>
            <p:ph type="dt" sz="half" idx="10"/>
          </p:nvPr>
        </p:nvSpPr>
        <p:spPr/>
        <p:txBody>
          <a:bodyPr/>
          <a:lstStyle/>
          <a:p>
            <a:fld id="{02AC24A9-CCB6-4F8D-B8DB-C2F3692CFA5A}" type="datetimeFigureOut">
              <a:rPr lang="en-US" smtClean="0"/>
              <a:t>7/23/2024</a:t>
            </a:fld>
            <a:endParaRPr lang="en-US"/>
          </a:p>
        </p:txBody>
      </p:sp>
      <p:sp>
        <p:nvSpPr>
          <p:cNvPr id="4" name="Footer Placeholder 3">
            <a:extLst>
              <a:ext uri="{FF2B5EF4-FFF2-40B4-BE49-F238E27FC236}">
                <a16:creationId xmlns:a16="http://schemas.microsoft.com/office/drawing/2014/main" xmlns=""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5906218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EAC447E0-1D4D-4EF2-B81B-4B2400EE3EDB}"/>
              </a:ext>
            </a:extLst>
          </p:cNvPr>
          <p:cNvSpPr>
            <a:spLocks noGrp="1"/>
          </p:cNvSpPr>
          <p:nvPr>
            <p:ph type="dt" sz="half" idx="10"/>
          </p:nvPr>
        </p:nvSpPr>
        <p:spPr/>
        <p:txBody>
          <a:bodyPr/>
          <a:lstStyle/>
          <a:p>
            <a:fld id="{02AC24A9-CCB6-4F8D-B8DB-C2F3692CFA5A}" type="datetimeFigureOut">
              <a:rPr lang="en-US" smtClean="0"/>
              <a:t>7/23/2024</a:t>
            </a:fld>
            <a:endParaRPr lang="en-US"/>
          </a:p>
        </p:txBody>
      </p:sp>
      <p:sp>
        <p:nvSpPr>
          <p:cNvPr id="3" name="Footer Placeholder 2">
            <a:extLst>
              <a:ext uri="{FF2B5EF4-FFF2-40B4-BE49-F238E27FC236}">
                <a16:creationId xmlns:a16="http://schemas.microsoft.com/office/drawing/2014/main" xmlns=""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594099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xmlns=""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xmlns=""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xmlns=""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xmlns=""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xmlns=""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7/23/2024</a:t>
            </a:fld>
            <a:endParaRPr lang="en-US" dirty="0"/>
          </a:p>
        </p:txBody>
      </p:sp>
      <p:sp>
        <p:nvSpPr>
          <p:cNvPr id="6" name="Footer Placeholder 5">
            <a:extLst>
              <a:ext uri="{FF2B5EF4-FFF2-40B4-BE49-F238E27FC236}">
                <a16:creationId xmlns:a16="http://schemas.microsoft.com/office/drawing/2014/main" xmlns=""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125949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xmlns=""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xmlns=""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xmlns=""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xmlns=""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xmlns=""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7/23/2024</a:t>
            </a:fld>
            <a:endParaRPr lang="en-US"/>
          </a:p>
        </p:txBody>
      </p:sp>
      <p:sp>
        <p:nvSpPr>
          <p:cNvPr id="6" name="Footer Placeholder 5">
            <a:extLst>
              <a:ext uri="{FF2B5EF4-FFF2-40B4-BE49-F238E27FC236}">
                <a16:creationId xmlns:a16="http://schemas.microsoft.com/office/drawing/2014/main" xmlns=""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72594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xmlns=""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19ED9A4A-D287-4207-9037-70DB007A1707}"/>
              </a:ext>
            </a:extLst>
          </p:cNvPr>
          <p:cNvSpPr>
            <a:spLocks noGrp="1"/>
          </p:cNvSpPr>
          <p:nvPr>
            <p:ph type="dt" sz="half" idx="10"/>
          </p:nvPr>
        </p:nvSpPr>
        <p:spPr/>
        <p:txBody>
          <a:bodyPr/>
          <a:lstStyle/>
          <a:p>
            <a:fld id="{02AC24A9-CCB6-4F8D-B8DB-C2F3692CFA5A}" type="datetimeFigureOut">
              <a:rPr lang="en-US" smtClean="0"/>
              <a:t>7/23/2024</a:t>
            </a:fld>
            <a:endParaRPr lang="en-US"/>
          </a:p>
        </p:txBody>
      </p:sp>
      <p:sp>
        <p:nvSpPr>
          <p:cNvPr id="5" name="Footer Placeholder 4">
            <a:extLst>
              <a:ext uri="{FF2B5EF4-FFF2-40B4-BE49-F238E27FC236}">
                <a16:creationId xmlns:a16="http://schemas.microsoft.com/office/drawing/2014/main" xmlns=""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925763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xmlns=""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1D2603B-9ACE-4FA9-805B-9B91EB63DF7D}"/>
              </a:ext>
            </a:extLst>
          </p:cNvPr>
          <p:cNvSpPr>
            <a:spLocks noGrp="1"/>
          </p:cNvSpPr>
          <p:nvPr>
            <p:ph type="dt" sz="half" idx="10"/>
          </p:nvPr>
        </p:nvSpPr>
        <p:spPr/>
        <p:txBody>
          <a:bodyPr/>
          <a:lstStyle/>
          <a:p>
            <a:fld id="{02AC24A9-CCB6-4F8D-B8DB-C2F3692CFA5A}" type="datetimeFigureOut">
              <a:rPr lang="en-US" smtClean="0"/>
              <a:t>7/23/2024</a:t>
            </a:fld>
            <a:endParaRPr lang="en-US"/>
          </a:p>
        </p:txBody>
      </p:sp>
      <p:sp>
        <p:nvSpPr>
          <p:cNvPr id="5" name="Footer Placeholder 4">
            <a:extLst>
              <a:ext uri="{FF2B5EF4-FFF2-40B4-BE49-F238E27FC236}">
                <a16:creationId xmlns:a16="http://schemas.microsoft.com/office/drawing/2014/main" xmlns=""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59363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7/23/2024</a:t>
            </a:fld>
            <a:endParaRPr lang="en-US"/>
          </a:p>
        </p:txBody>
      </p:sp>
      <p:sp>
        <p:nvSpPr>
          <p:cNvPr id="5" name="Footer Placeholder 4">
            <a:extLst>
              <a:ext uri="{FF2B5EF4-FFF2-40B4-BE49-F238E27FC236}">
                <a16:creationId xmlns:a16="http://schemas.microsoft.com/office/drawing/2014/main" xmlns=""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2568738509"/>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0" r:id="rId6"/>
    <p:sldLayoutId id="2147483776" r:id="rId7"/>
    <p:sldLayoutId id="2147483777" r:id="rId8"/>
    <p:sldLayoutId id="2147483778" r:id="rId9"/>
    <p:sldLayoutId id="2147483779" r:id="rId10"/>
    <p:sldLayoutId id="214748378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p!!Rectangle">
            <a:extLst>
              <a:ext uri="{FF2B5EF4-FFF2-40B4-BE49-F238E27FC236}">
                <a16:creationId xmlns:a16="http://schemas.microsoft.com/office/drawing/2014/main" xmlns="" id="{2FB82883-1DC0-4BE1-A607-009095F3355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w Angle View Of Clouds In Sky">
            <a:extLst>
              <a:ext uri="{FF2B5EF4-FFF2-40B4-BE49-F238E27FC236}">
                <a16:creationId xmlns:a16="http://schemas.microsoft.com/office/drawing/2014/main" xmlns="" id="{305C45FA-7028-7123-A8EC-32D543BD7729}"/>
              </a:ext>
            </a:extLst>
          </p:cNvPr>
          <p:cNvPicPr>
            <a:picLocks noChangeAspect="1"/>
          </p:cNvPicPr>
          <p:nvPr/>
        </p:nvPicPr>
        <p:blipFill rotWithShape="1">
          <a:blip r:embed="rId2"/>
          <a:srcRect t="5616" b="10114"/>
          <a:stretch/>
        </p:blipFill>
        <p:spPr>
          <a:xfrm>
            <a:off x="20" y="10"/>
            <a:ext cx="12191980" cy="6857990"/>
          </a:xfrm>
          <a:prstGeom prst="rect">
            <a:avLst/>
          </a:prstGeom>
        </p:spPr>
      </p:pic>
      <p:sp>
        <p:nvSpPr>
          <p:cNvPr id="26" name="m!!text rectangle">
            <a:extLst>
              <a:ext uri="{FF2B5EF4-FFF2-40B4-BE49-F238E27FC236}">
                <a16:creationId xmlns:a16="http://schemas.microsoft.com/office/drawing/2014/main" xmlns="" id="{A3473CF9-37EB-43E7-89EF-D2D1C53D1D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903615" y="4638503"/>
            <a:ext cx="8384770" cy="1332634"/>
          </a:xfrm>
          <a:prstGeom prst="rect">
            <a:avLst/>
          </a:prstGeom>
          <a:solidFill>
            <a:schemeClr val="bg1">
              <a:alpha val="95000"/>
            </a:schemeClr>
          </a:solidFill>
          <a:ln w="12700">
            <a:solidFill>
              <a:schemeClr val="tx2">
                <a:lumMod val="10000"/>
                <a:lumOff val="9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ctrTitle"/>
          </p:nvPr>
        </p:nvSpPr>
        <p:spPr>
          <a:xfrm>
            <a:off x="2103121" y="4727173"/>
            <a:ext cx="7985759" cy="868823"/>
          </a:xfrm>
        </p:spPr>
        <p:txBody>
          <a:bodyPr anchor="ctr">
            <a:normAutofit/>
          </a:bodyPr>
          <a:lstStyle/>
          <a:p>
            <a:pPr algn="ctr"/>
            <a:r>
              <a:rPr lang="en-US" sz="4000" dirty="0"/>
              <a:t>React </a:t>
            </a:r>
            <a:r>
              <a:rPr lang="en-US" sz="4000" dirty="0" err="1"/>
              <a:t>js</a:t>
            </a:r>
          </a:p>
        </p:txBody>
      </p:sp>
      <p:sp>
        <p:nvSpPr>
          <p:cNvPr id="28" name="m!!accent">
            <a:extLst>
              <a:ext uri="{FF2B5EF4-FFF2-40B4-BE49-F238E27FC236}">
                <a16:creationId xmlns:a16="http://schemas.microsoft.com/office/drawing/2014/main" xmlns="" id="{586B4EF9-43BA-4655-A6FF-1D8E21574C9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2483110" y="5628237"/>
            <a:ext cx="7225780"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2615738" y="5680637"/>
            <a:ext cx="6960524" cy="598516"/>
          </a:xfrm>
        </p:spPr>
        <p:txBody>
          <a:bodyPr vert="horz" lIns="0" tIns="0" rIns="0" bIns="0" rtlCol="0" anchor="ctr">
            <a:normAutofit/>
          </a:bodyPr>
          <a:lstStyle/>
          <a:p>
            <a:pPr algn="ctr"/>
            <a:r>
              <a:rPr lang="en-US" sz="2000">
                <a:solidFill>
                  <a:schemeClr val="bg1"/>
                </a:solidFill>
                <a:ea typeface="Source Sans Pro"/>
              </a:rPr>
              <a:t>By Komal Singh</a:t>
            </a:r>
            <a:endParaRPr lang="en-US" sz="2000">
              <a:solidFill>
                <a:schemeClr val="bg1"/>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xmlns="" id="{81E1224E-6618-482E-BE87-321A7FC1CD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35CF0DA5-30F5-9062-B42C-F5C85C126ACD}"/>
              </a:ext>
            </a:extLst>
          </p:cNvPr>
          <p:cNvSpPr>
            <a:spLocks noGrp="1"/>
          </p:cNvSpPr>
          <p:nvPr>
            <p:ph type="title"/>
          </p:nvPr>
        </p:nvSpPr>
        <p:spPr>
          <a:xfrm>
            <a:off x="659234" y="957447"/>
            <a:ext cx="3383280" cy="4943105"/>
          </a:xfrm>
        </p:spPr>
        <p:txBody>
          <a:bodyPr anchor="ctr">
            <a:normAutofit/>
          </a:bodyPr>
          <a:lstStyle/>
          <a:p>
            <a:r>
              <a:rPr lang="en-US" dirty="0"/>
              <a:t>VIRTUAL DOM</a:t>
            </a:r>
          </a:p>
        </p:txBody>
      </p:sp>
      <p:sp>
        <p:nvSpPr>
          <p:cNvPr id="16" name="Rectangle 15">
            <a:extLst>
              <a:ext uri="{FF2B5EF4-FFF2-40B4-BE49-F238E27FC236}">
                <a16:creationId xmlns:a16="http://schemas.microsoft.com/office/drawing/2014/main" xmlns="" id="{066346BE-FDB4-4772-A696-0719490ABD6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938126"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xmlns="" id="{FB92FFCE-0C90-454E-AA25-D4EE9A6C39C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59234" y="6163056"/>
            <a:ext cx="338328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8" name="Content Placeholder 2">
            <a:extLst>
              <a:ext uri="{FF2B5EF4-FFF2-40B4-BE49-F238E27FC236}">
                <a16:creationId xmlns:a16="http://schemas.microsoft.com/office/drawing/2014/main" xmlns="" id="{39A76886-D1F0-4DD0-1D74-D1C294F64078}"/>
              </a:ext>
            </a:extLst>
          </p:cNvPr>
          <p:cNvGraphicFramePr>
            <a:graphicFrameLocks noGrp="1"/>
          </p:cNvGraphicFramePr>
          <p:nvPr>
            <p:ph idx="1"/>
            <p:extLst>
              <p:ext uri="{D42A27DB-BD31-4B8C-83A1-F6EECF244321}">
                <p14:modId xmlns:p14="http://schemas.microsoft.com/office/powerpoint/2010/main" val="3162478915"/>
              </p:ext>
            </p:extLst>
          </p:nvPr>
        </p:nvGraphicFramePr>
        <p:xfrm>
          <a:off x="4553712" y="621792"/>
          <a:ext cx="6812280" cy="55412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0478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56019E-99D2-F1D8-054D-23FC44F50D95}"/>
              </a:ext>
            </a:extLst>
          </p:cNvPr>
          <p:cNvSpPr>
            <a:spLocks noGrp="1"/>
          </p:cNvSpPr>
          <p:nvPr>
            <p:ph type="title"/>
          </p:nvPr>
        </p:nvSpPr>
        <p:spPr/>
        <p:txBody>
          <a:bodyPr/>
          <a:lstStyle/>
          <a:p>
            <a:endParaRPr lang="en-US"/>
          </a:p>
        </p:txBody>
      </p:sp>
      <p:graphicFrame>
        <p:nvGraphicFramePr>
          <p:cNvPr id="15" name="Content Placeholder 2">
            <a:extLst>
              <a:ext uri="{FF2B5EF4-FFF2-40B4-BE49-F238E27FC236}">
                <a16:creationId xmlns:a16="http://schemas.microsoft.com/office/drawing/2014/main" xmlns="" id="{551F834F-FB6C-6C5C-DE5E-1B23CD52EF8D}"/>
              </a:ext>
            </a:extLst>
          </p:cNvPr>
          <p:cNvGraphicFramePr>
            <a:graphicFrameLocks noGrp="1"/>
          </p:cNvGraphicFramePr>
          <p:nvPr>
            <p:ph idx="1"/>
          </p:nvPr>
        </p:nvGraphicFramePr>
        <p:xfrm>
          <a:off x="1115568" y="2478024"/>
          <a:ext cx="10168128" cy="3694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86041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81E1224E-6618-482E-BE87-321A7FC1CD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1CCF4752-EEBC-0345-4237-8C069B13D8FC}"/>
              </a:ext>
            </a:extLst>
          </p:cNvPr>
          <p:cNvSpPr>
            <a:spLocks noGrp="1"/>
          </p:cNvSpPr>
          <p:nvPr>
            <p:ph type="title"/>
          </p:nvPr>
        </p:nvSpPr>
        <p:spPr>
          <a:xfrm>
            <a:off x="659234" y="957447"/>
            <a:ext cx="3383280" cy="4943105"/>
          </a:xfrm>
        </p:spPr>
        <p:txBody>
          <a:bodyPr anchor="ctr">
            <a:normAutofit/>
          </a:bodyPr>
          <a:lstStyle/>
          <a:p>
            <a:r>
              <a:rPr lang="en-US" sz="3700" b="1">
                <a:ea typeface="+mj-lt"/>
                <a:cs typeface="+mj-lt"/>
              </a:rPr>
              <a:t/>
            </a:r>
            <a:br>
              <a:rPr lang="en-US" sz="3700" b="1">
                <a:ea typeface="+mj-lt"/>
                <a:cs typeface="+mj-lt"/>
              </a:rPr>
            </a:br>
            <a:r>
              <a:rPr lang="en-US" sz="3700" b="1">
                <a:ea typeface="+mj-lt"/>
                <a:cs typeface="+mj-lt"/>
              </a:rPr>
              <a:t/>
            </a:r>
            <a:br>
              <a:rPr lang="en-US" sz="3700" b="1">
                <a:ea typeface="+mj-lt"/>
                <a:cs typeface="+mj-lt"/>
              </a:rPr>
            </a:br>
            <a:endParaRPr lang="en-US" sz="3700" b="1"/>
          </a:p>
          <a:p>
            <a:r>
              <a:rPr lang="en-US" sz="3700"/>
              <a:t/>
            </a:r>
            <a:br>
              <a:rPr lang="en-US" sz="3700"/>
            </a:br>
            <a:endParaRPr lang="en-US" sz="3700"/>
          </a:p>
          <a:p>
            <a:r>
              <a:rPr lang="en-US" sz="3700" b="1">
                <a:ea typeface="+mj-lt"/>
                <a:cs typeface="+mj-lt"/>
              </a:rPr>
              <a:t>DOM (Document Object Model):</a:t>
            </a:r>
            <a:endParaRPr lang="en-US" sz="3700">
              <a:ea typeface="+mj-lt"/>
              <a:cs typeface="+mj-lt"/>
            </a:endParaRPr>
          </a:p>
          <a:p>
            <a:endParaRPr lang="en-US" sz="3700"/>
          </a:p>
        </p:txBody>
      </p:sp>
      <p:sp>
        <p:nvSpPr>
          <p:cNvPr id="11" name="Rectangle 10">
            <a:extLst>
              <a:ext uri="{FF2B5EF4-FFF2-40B4-BE49-F238E27FC236}">
                <a16:creationId xmlns:a16="http://schemas.microsoft.com/office/drawing/2014/main" xmlns="" id="{066346BE-FDB4-4772-A696-0719490ABD6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938126"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xmlns="" id="{FB92FFCE-0C90-454E-AA25-D4EE9A6C39C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59234" y="6163056"/>
            <a:ext cx="338328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xmlns="" id="{A11D7359-5B2E-DA41-2467-10D8E78FF03C}"/>
              </a:ext>
            </a:extLst>
          </p:cNvPr>
          <p:cNvGraphicFramePr>
            <a:graphicFrameLocks noGrp="1"/>
          </p:cNvGraphicFramePr>
          <p:nvPr>
            <p:ph idx="1"/>
            <p:extLst>
              <p:ext uri="{D42A27DB-BD31-4B8C-83A1-F6EECF244321}">
                <p14:modId xmlns:p14="http://schemas.microsoft.com/office/powerpoint/2010/main" val="2280045501"/>
              </p:ext>
            </p:extLst>
          </p:nvPr>
        </p:nvGraphicFramePr>
        <p:xfrm>
          <a:off x="4553712" y="621792"/>
          <a:ext cx="6812280" cy="55412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0428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7517A47C-B2E5-4B79-8061-D74B1311A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xmlns="" id="{C505E780-2083-4CB5-A42A-5E0E2908ECC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xmlns="" id="{D2C0AE1C-0118-41AE-8A10-7CDCBF10E96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xmlns="" id="{F3C5A5B0-4A71-9814-77F1-BA67FDB48B0E}"/>
              </a:ext>
            </a:extLst>
          </p:cNvPr>
          <p:cNvSpPr>
            <a:spLocks noGrp="1"/>
          </p:cNvSpPr>
          <p:nvPr>
            <p:ph type="title"/>
          </p:nvPr>
        </p:nvSpPr>
        <p:spPr>
          <a:xfrm>
            <a:off x="621792" y="1161288"/>
            <a:ext cx="3602736" cy="4526280"/>
          </a:xfrm>
        </p:spPr>
        <p:txBody>
          <a:bodyPr>
            <a:normAutofit/>
          </a:bodyPr>
          <a:lstStyle/>
          <a:p>
            <a:r>
              <a:rPr lang="en-US" dirty="0">
                <a:ea typeface="+mj-lt"/>
                <a:cs typeface="+mj-lt"/>
              </a:rPr>
              <a:t>Here’s how it works:</a:t>
            </a:r>
            <a:endParaRPr lang="en-US" dirty="0"/>
          </a:p>
          <a:p>
            <a:endParaRPr lang="en-US"/>
          </a:p>
        </p:txBody>
      </p:sp>
      <p:sp>
        <p:nvSpPr>
          <p:cNvPr id="15" name="Rectangle 14">
            <a:extLst>
              <a:ext uri="{FF2B5EF4-FFF2-40B4-BE49-F238E27FC236}">
                <a16:creationId xmlns:a16="http://schemas.microsoft.com/office/drawing/2014/main" xmlns="" id="{463EEC44-1BA3-44ED-81FC-A644B04B2A4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3081528"/>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xmlns="" id="{98F71328-386F-E5DB-39FF-8F0308980CFB}"/>
              </a:ext>
            </a:extLst>
          </p:cNvPr>
          <p:cNvGraphicFramePr>
            <a:graphicFrameLocks noGrp="1"/>
          </p:cNvGraphicFramePr>
          <p:nvPr>
            <p:ph idx="1"/>
            <p:extLst>
              <p:ext uri="{D42A27DB-BD31-4B8C-83A1-F6EECF244321}">
                <p14:modId xmlns:p14="http://schemas.microsoft.com/office/powerpoint/2010/main" val="1897316461"/>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1500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61C0DF-D737-BE5F-C3C1-32ED47CBCEE2}"/>
              </a:ext>
            </a:extLst>
          </p:cNvPr>
          <p:cNvSpPr>
            <a:spLocks noGrp="1"/>
          </p:cNvSpPr>
          <p:nvPr>
            <p:ph type="title"/>
          </p:nvPr>
        </p:nvSpPr>
        <p:spPr/>
        <p:txBody>
          <a:bodyPr/>
          <a:lstStyle/>
          <a:p>
            <a:r>
              <a:rPr lang="en-US" dirty="0">
                <a:latin typeface="Trebuchet MS"/>
              </a:rPr>
              <a:t>React Is Not a Web Server</a:t>
            </a:r>
            <a:endParaRPr lang="en-US" dirty="0"/>
          </a:p>
          <a:p>
            <a:endParaRPr lang="en-US" dirty="0"/>
          </a:p>
        </p:txBody>
      </p:sp>
      <p:graphicFrame>
        <p:nvGraphicFramePr>
          <p:cNvPr id="23" name="Content Placeholder 2">
            <a:extLst>
              <a:ext uri="{FF2B5EF4-FFF2-40B4-BE49-F238E27FC236}">
                <a16:creationId xmlns:a16="http://schemas.microsoft.com/office/drawing/2014/main" xmlns="" id="{9A648383-870B-64C8-BA46-D4759FF334CC}"/>
              </a:ext>
            </a:extLst>
          </p:cNvPr>
          <p:cNvGraphicFramePr>
            <a:graphicFrameLocks noGrp="1"/>
          </p:cNvGraphicFramePr>
          <p:nvPr>
            <p:ph idx="1"/>
          </p:nvPr>
        </p:nvGraphicFramePr>
        <p:xfrm>
          <a:off x="1115568" y="2478024"/>
          <a:ext cx="10168128" cy="3694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0509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823E37-3021-AEDE-CEBD-E5470A265ABD}"/>
              </a:ext>
            </a:extLst>
          </p:cNvPr>
          <p:cNvSpPr>
            <a:spLocks noGrp="1"/>
          </p:cNvSpPr>
          <p:nvPr>
            <p:ph type="title"/>
          </p:nvPr>
        </p:nvSpPr>
        <p:spPr/>
        <p:txBody>
          <a:bodyPr/>
          <a:lstStyle/>
          <a:p>
            <a:r>
              <a:rPr lang="en-US" dirty="0">
                <a:latin typeface="Trebuchet MS"/>
              </a:rPr>
              <a:t>React Is Not a Programming Language</a:t>
            </a:r>
            <a:endParaRPr lang="en-US" dirty="0"/>
          </a:p>
          <a:p>
            <a:endParaRPr lang="en-US" dirty="0"/>
          </a:p>
        </p:txBody>
      </p:sp>
      <p:graphicFrame>
        <p:nvGraphicFramePr>
          <p:cNvPr id="5" name="Content Placeholder 2">
            <a:extLst>
              <a:ext uri="{FF2B5EF4-FFF2-40B4-BE49-F238E27FC236}">
                <a16:creationId xmlns:a16="http://schemas.microsoft.com/office/drawing/2014/main" xmlns="" id="{06007751-56CE-5D7B-F4CC-29C85F918B44}"/>
              </a:ext>
            </a:extLst>
          </p:cNvPr>
          <p:cNvGraphicFramePr>
            <a:graphicFrameLocks noGrp="1"/>
          </p:cNvGraphicFramePr>
          <p:nvPr>
            <p:ph idx="1"/>
          </p:nvPr>
        </p:nvGraphicFramePr>
        <p:xfrm>
          <a:off x="1115568" y="2478024"/>
          <a:ext cx="10168128" cy="3694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93920807"/>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docProps/app.xml><?xml version="1.0" encoding="utf-8"?>
<Properties xmlns="http://schemas.openxmlformats.org/officeDocument/2006/extended-properties" xmlns:vt="http://schemas.openxmlformats.org/officeDocument/2006/docPropsVTypes">
  <Template>office theme</Template>
  <TotalTime>4081</TotalTime>
  <Words>699</Words>
  <Application>Microsoft Office PowerPoint</Application>
  <PresentationFormat>Widescreen</PresentationFormat>
  <Paragraphs>34</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Avenir Next LT Pro</vt:lpstr>
      <vt:lpstr>Calibri</vt:lpstr>
      <vt:lpstr>Source Sans Pro</vt:lpstr>
      <vt:lpstr>Trebuchet MS</vt:lpstr>
      <vt:lpstr>AccentBoxVTI</vt:lpstr>
      <vt:lpstr>React js</vt:lpstr>
      <vt:lpstr>VIRTUAL DOM</vt:lpstr>
      <vt:lpstr>PowerPoint Presentation</vt:lpstr>
      <vt:lpstr>     DOM (Document Object Model): </vt:lpstr>
      <vt:lpstr>Here’s how it works: </vt:lpstr>
      <vt:lpstr>React Is Not a Web Server </vt:lpstr>
      <vt:lpstr>React Is Not a Programming Language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Komal S</cp:lastModifiedBy>
  <cp:revision>111</cp:revision>
  <cp:lastPrinted>2024-07-23T11:55:28Z</cp:lastPrinted>
  <dcterms:created xsi:type="dcterms:W3CDTF">2024-02-15T12:31:01Z</dcterms:created>
  <dcterms:modified xsi:type="dcterms:W3CDTF">2024-07-26T07:56:23Z</dcterms:modified>
</cp:coreProperties>
</file>