
<file path=[Content_Types].xml><?xml version="1.0" encoding="utf-8"?>
<Types xmlns="http://schemas.openxmlformats.org/package/2006/content-types">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5143500" type="screen16x9"/>
  <p:notesSz cx="6858000" cy="9144000"/>
  <p:embeddedFontLst>
    <p:embeddedFont>
      <p:font typeface="Roboto Mono" panose="020B0604020202020204" charset="0"/>
      <p:regular r:id="rId26"/>
      <p:bold r:id="rId27"/>
      <p:italic r:id="rId28"/>
      <p:boldItalic r:id="rId29"/>
    </p:embeddedFont>
    <p:embeddedFont>
      <p:font typeface="Georgia" panose="02040502050405020303" pitchFamily="18" charset="0"/>
      <p:regular r:id="rId30"/>
      <p:bold r:id="rId31"/>
      <p:italic r:id="rId32"/>
      <p:boldItalic r:id="rId33"/>
    </p:embeddedFont>
    <p:embeddedFont>
      <p:font typeface="Verdana" panose="020B0604030504040204" pitchFamily="34" charset="0"/>
      <p:regular r:id="rId34"/>
      <p:bold r:id="rId35"/>
      <p:italic r:id="rId36"/>
      <p:boldItalic r:id="rId37"/>
    </p:embeddedFont>
    <p:embeddedFont>
      <p:font typeface="Roboto" panose="020B0604020202020204"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2" roundtripDataSignature="AMtx7mhXMJU648zAM926120sPEGGQaW79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4" d="100"/>
          <a:sy n="114" d="100"/>
        </p:scale>
        <p:origin x="714" y="9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04263755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178343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4868677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2cb853129ed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2cb853129ed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477645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2cb853129ed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cb853129ed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641953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2cc0ac5c7ad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2cc0ac5c7ad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304144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6326259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8" name="Google Shape;88;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261856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616977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290003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921248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 name="Google Shape;11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95652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cc098a7067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2cc098a7067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095436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2cc098a7067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2cc098a7067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419770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cc0d2e665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2cc0d2e665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487093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2cc0d2e665d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2cc0d2e665d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336274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2cc0d2e665d_1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2cc0d2e665d_1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992815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2ce452219c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2ce452219c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19817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2ce452219cd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2ce452219cd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257992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2ce452219cd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2ce452219cd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06792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2ce452219cd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2ce452219c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24979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2cdd4e861a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2cdd4e861a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622985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2ce452219cd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2ce452219cd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673103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2ce452219cd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2ce452219cd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80377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0"/>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rtl="0">
              <a:lnSpc>
                <a:spcPct val="100000"/>
              </a:lnSpc>
              <a:spcBef>
                <a:spcPts val="0"/>
              </a:spcBef>
              <a:spcAft>
                <a:spcPts val="0"/>
              </a:spcAft>
              <a:buSzPts val="5200"/>
              <a:buNone/>
              <a:defRPr sz="5200"/>
            </a:lvl1pPr>
            <a:lvl2pPr lvl="1" algn="ctr" rtl="0">
              <a:lnSpc>
                <a:spcPct val="100000"/>
              </a:lnSpc>
              <a:spcBef>
                <a:spcPts val="0"/>
              </a:spcBef>
              <a:spcAft>
                <a:spcPts val="0"/>
              </a:spcAft>
              <a:buSzPts val="5200"/>
              <a:buNone/>
              <a:defRPr sz="5200"/>
            </a:lvl2pPr>
            <a:lvl3pPr lvl="2" algn="ctr" rtl="0">
              <a:lnSpc>
                <a:spcPct val="100000"/>
              </a:lnSpc>
              <a:spcBef>
                <a:spcPts val="0"/>
              </a:spcBef>
              <a:spcAft>
                <a:spcPts val="0"/>
              </a:spcAft>
              <a:buSzPts val="5200"/>
              <a:buNone/>
              <a:defRPr sz="5200"/>
            </a:lvl3pPr>
            <a:lvl4pPr lvl="3" algn="ctr" rtl="0">
              <a:lnSpc>
                <a:spcPct val="100000"/>
              </a:lnSpc>
              <a:spcBef>
                <a:spcPts val="0"/>
              </a:spcBef>
              <a:spcAft>
                <a:spcPts val="0"/>
              </a:spcAft>
              <a:buSzPts val="5200"/>
              <a:buNone/>
              <a:defRPr sz="5200"/>
            </a:lvl4pPr>
            <a:lvl5pPr lvl="4" algn="ctr" rtl="0">
              <a:lnSpc>
                <a:spcPct val="100000"/>
              </a:lnSpc>
              <a:spcBef>
                <a:spcPts val="0"/>
              </a:spcBef>
              <a:spcAft>
                <a:spcPts val="0"/>
              </a:spcAft>
              <a:buSzPts val="5200"/>
              <a:buNone/>
              <a:defRPr sz="5200"/>
            </a:lvl5pPr>
            <a:lvl6pPr lvl="5" algn="ctr" rtl="0">
              <a:lnSpc>
                <a:spcPct val="100000"/>
              </a:lnSpc>
              <a:spcBef>
                <a:spcPts val="0"/>
              </a:spcBef>
              <a:spcAft>
                <a:spcPts val="0"/>
              </a:spcAft>
              <a:buSzPts val="5200"/>
              <a:buNone/>
              <a:defRPr sz="5200"/>
            </a:lvl6pPr>
            <a:lvl7pPr lvl="6" algn="ctr" rtl="0">
              <a:lnSpc>
                <a:spcPct val="100000"/>
              </a:lnSpc>
              <a:spcBef>
                <a:spcPts val="0"/>
              </a:spcBef>
              <a:spcAft>
                <a:spcPts val="0"/>
              </a:spcAft>
              <a:buSzPts val="5200"/>
              <a:buNone/>
              <a:defRPr sz="5200"/>
            </a:lvl7pPr>
            <a:lvl8pPr lvl="7" algn="ctr" rtl="0">
              <a:lnSpc>
                <a:spcPct val="100000"/>
              </a:lnSpc>
              <a:spcBef>
                <a:spcPts val="0"/>
              </a:spcBef>
              <a:spcAft>
                <a:spcPts val="0"/>
              </a:spcAft>
              <a:buSzPts val="5200"/>
              <a:buNone/>
              <a:defRPr sz="5200"/>
            </a:lvl8pPr>
            <a:lvl9pPr lvl="8" algn="ctr" rtl="0">
              <a:lnSpc>
                <a:spcPct val="100000"/>
              </a:lnSpc>
              <a:spcBef>
                <a:spcPts val="0"/>
              </a:spcBef>
              <a:spcAft>
                <a:spcPts val="0"/>
              </a:spcAft>
              <a:buSzPts val="5200"/>
              <a:buNone/>
              <a:defRPr sz="5200"/>
            </a:lvl9pPr>
          </a:lstStyle>
          <a:p>
            <a:endParaRPr/>
          </a:p>
        </p:txBody>
      </p:sp>
      <p:sp>
        <p:nvSpPr>
          <p:cNvPr id="11" name="Google Shape;11;p10"/>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2" name="Google Shape;12;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1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rtl="0">
              <a:lnSpc>
                <a:spcPct val="100000"/>
              </a:lnSpc>
              <a:spcBef>
                <a:spcPts val="0"/>
              </a:spcBef>
              <a:spcAft>
                <a:spcPts val="0"/>
              </a:spcAft>
              <a:buSzPts val="2800"/>
              <a:buNone/>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a:endParaRPr/>
          </a:p>
        </p:txBody>
      </p:sp>
      <p:sp>
        <p:nvSpPr>
          <p:cNvPr id="15" name="Google Shape;15;p1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rtl="0">
              <a:lnSpc>
                <a:spcPct val="115000"/>
              </a:lnSpc>
              <a:spcBef>
                <a:spcPts val="0"/>
              </a:spcBef>
              <a:spcAft>
                <a:spcPts val="0"/>
              </a:spcAft>
              <a:buSzPts val="1800"/>
              <a:buChar char="●"/>
              <a:defRPr/>
            </a:lvl1pPr>
            <a:lvl2pPr marL="914400" lvl="1" indent="-317500" algn="l" rtl="0">
              <a:lnSpc>
                <a:spcPct val="115000"/>
              </a:lnSpc>
              <a:spcBef>
                <a:spcPts val="0"/>
              </a:spcBef>
              <a:spcAft>
                <a:spcPts val="0"/>
              </a:spcAft>
              <a:buSzPts val="1400"/>
              <a:buChar char="○"/>
              <a:defRPr/>
            </a:lvl2pPr>
            <a:lvl3pPr marL="1371600" lvl="2" indent="-317500" algn="l" rtl="0">
              <a:lnSpc>
                <a:spcPct val="115000"/>
              </a:lnSpc>
              <a:spcBef>
                <a:spcPts val="0"/>
              </a:spcBef>
              <a:spcAft>
                <a:spcPts val="0"/>
              </a:spcAft>
              <a:buSzPts val="1400"/>
              <a:buChar char="■"/>
              <a:defRPr/>
            </a:lvl3pPr>
            <a:lvl4pPr marL="1828800" lvl="3" indent="-317500" algn="l" rtl="0">
              <a:lnSpc>
                <a:spcPct val="115000"/>
              </a:lnSpc>
              <a:spcBef>
                <a:spcPts val="0"/>
              </a:spcBef>
              <a:spcAft>
                <a:spcPts val="0"/>
              </a:spcAft>
              <a:buSzPts val="1400"/>
              <a:buChar char="●"/>
              <a:defRPr/>
            </a:lvl4pPr>
            <a:lvl5pPr marL="2286000" lvl="4" indent="-317500" algn="l" rtl="0">
              <a:lnSpc>
                <a:spcPct val="115000"/>
              </a:lnSpc>
              <a:spcBef>
                <a:spcPts val="0"/>
              </a:spcBef>
              <a:spcAft>
                <a:spcPts val="0"/>
              </a:spcAft>
              <a:buSzPts val="1400"/>
              <a:buChar char="○"/>
              <a:defRPr/>
            </a:lvl5pPr>
            <a:lvl6pPr marL="2743200" lvl="5" indent="-317500" algn="l" rtl="0">
              <a:lnSpc>
                <a:spcPct val="115000"/>
              </a:lnSpc>
              <a:spcBef>
                <a:spcPts val="0"/>
              </a:spcBef>
              <a:spcAft>
                <a:spcPts val="0"/>
              </a:spcAft>
              <a:buSzPts val="1400"/>
              <a:buChar char="■"/>
              <a:defRPr/>
            </a:lvl6pPr>
            <a:lvl7pPr marL="3200400" lvl="6" indent="-317500" algn="l" rtl="0">
              <a:lnSpc>
                <a:spcPct val="115000"/>
              </a:lnSpc>
              <a:spcBef>
                <a:spcPts val="0"/>
              </a:spcBef>
              <a:spcAft>
                <a:spcPts val="0"/>
              </a:spcAft>
              <a:buSzPts val="1400"/>
              <a:buChar char="●"/>
              <a:defRPr/>
            </a:lvl7pPr>
            <a:lvl8pPr marL="3657600" lvl="7" indent="-317500" algn="l" rtl="0">
              <a:lnSpc>
                <a:spcPct val="115000"/>
              </a:lnSpc>
              <a:spcBef>
                <a:spcPts val="0"/>
              </a:spcBef>
              <a:spcAft>
                <a:spcPts val="0"/>
              </a:spcAft>
              <a:buSzPts val="1400"/>
              <a:buChar char="○"/>
              <a:defRPr/>
            </a:lvl8pPr>
            <a:lvl9pPr marL="4114800" lvl="8" indent="-317500" algn="l" rtl="0">
              <a:lnSpc>
                <a:spcPct val="115000"/>
              </a:lnSpc>
              <a:spcBef>
                <a:spcPts val="0"/>
              </a:spcBef>
              <a:spcAft>
                <a:spcPts val="0"/>
              </a:spcAft>
              <a:buSzPts val="1400"/>
              <a:buChar char="■"/>
              <a:defRPr/>
            </a:lvl9pPr>
          </a:lstStyle>
          <a:p>
            <a:endParaRPr/>
          </a:p>
        </p:txBody>
      </p:sp>
      <p:sp>
        <p:nvSpPr>
          <p:cNvPr id="16" name="Google Shape;16;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12"/>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rtl="0">
              <a:lnSpc>
                <a:spcPct val="100000"/>
              </a:lnSpc>
              <a:spcBef>
                <a:spcPts val="0"/>
              </a:spcBef>
              <a:spcAft>
                <a:spcPts val="0"/>
              </a:spcAft>
              <a:buSzPts val="3600"/>
              <a:buNone/>
              <a:defRPr sz="3600"/>
            </a:lvl1pPr>
            <a:lvl2pPr lvl="1" algn="ctr" rtl="0">
              <a:lnSpc>
                <a:spcPct val="100000"/>
              </a:lnSpc>
              <a:spcBef>
                <a:spcPts val="0"/>
              </a:spcBef>
              <a:spcAft>
                <a:spcPts val="0"/>
              </a:spcAft>
              <a:buSzPts val="3600"/>
              <a:buNone/>
              <a:defRPr sz="3600"/>
            </a:lvl2pPr>
            <a:lvl3pPr lvl="2" algn="ctr" rtl="0">
              <a:lnSpc>
                <a:spcPct val="100000"/>
              </a:lnSpc>
              <a:spcBef>
                <a:spcPts val="0"/>
              </a:spcBef>
              <a:spcAft>
                <a:spcPts val="0"/>
              </a:spcAft>
              <a:buSzPts val="3600"/>
              <a:buNone/>
              <a:defRPr sz="3600"/>
            </a:lvl3pPr>
            <a:lvl4pPr lvl="3" algn="ctr" rtl="0">
              <a:lnSpc>
                <a:spcPct val="100000"/>
              </a:lnSpc>
              <a:spcBef>
                <a:spcPts val="0"/>
              </a:spcBef>
              <a:spcAft>
                <a:spcPts val="0"/>
              </a:spcAft>
              <a:buSzPts val="3600"/>
              <a:buNone/>
              <a:defRPr sz="3600"/>
            </a:lvl4pPr>
            <a:lvl5pPr lvl="4" algn="ctr" rtl="0">
              <a:lnSpc>
                <a:spcPct val="100000"/>
              </a:lnSpc>
              <a:spcBef>
                <a:spcPts val="0"/>
              </a:spcBef>
              <a:spcAft>
                <a:spcPts val="0"/>
              </a:spcAft>
              <a:buSzPts val="3600"/>
              <a:buNone/>
              <a:defRPr sz="3600"/>
            </a:lvl5pPr>
            <a:lvl6pPr lvl="5" algn="ctr" rtl="0">
              <a:lnSpc>
                <a:spcPct val="100000"/>
              </a:lnSpc>
              <a:spcBef>
                <a:spcPts val="0"/>
              </a:spcBef>
              <a:spcAft>
                <a:spcPts val="0"/>
              </a:spcAft>
              <a:buSzPts val="3600"/>
              <a:buNone/>
              <a:defRPr sz="3600"/>
            </a:lvl6pPr>
            <a:lvl7pPr lvl="6" algn="ctr" rtl="0">
              <a:lnSpc>
                <a:spcPct val="100000"/>
              </a:lnSpc>
              <a:spcBef>
                <a:spcPts val="0"/>
              </a:spcBef>
              <a:spcAft>
                <a:spcPts val="0"/>
              </a:spcAft>
              <a:buSzPts val="3600"/>
              <a:buNone/>
              <a:defRPr sz="3600"/>
            </a:lvl7pPr>
            <a:lvl8pPr lvl="7" algn="ctr" rtl="0">
              <a:lnSpc>
                <a:spcPct val="100000"/>
              </a:lnSpc>
              <a:spcBef>
                <a:spcPts val="0"/>
              </a:spcBef>
              <a:spcAft>
                <a:spcPts val="0"/>
              </a:spcAft>
              <a:buSzPts val="3600"/>
              <a:buNone/>
              <a:defRPr sz="3600"/>
            </a:lvl8pPr>
            <a:lvl9pPr lvl="8" algn="ctr" rtl="0">
              <a:lnSpc>
                <a:spcPct val="100000"/>
              </a:lnSpc>
              <a:spcBef>
                <a:spcPts val="0"/>
              </a:spcBef>
              <a:spcAft>
                <a:spcPts val="0"/>
              </a:spcAft>
              <a:buSzPts val="3600"/>
              <a:buNone/>
              <a:defRPr sz="3600"/>
            </a:lvl9pPr>
          </a:lstStyle>
          <a:p>
            <a:endParaRPr/>
          </a:p>
        </p:txBody>
      </p:sp>
      <p:sp>
        <p:nvSpPr>
          <p:cNvPr id="19" name="Google Shape;1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rtl="0">
              <a:lnSpc>
                <a:spcPct val="100000"/>
              </a:lnSpc>
              <a:spcBef>
                <a:spcPts val="0"/>
              </a:spcBef>
              <a:spcAft>
                <a:spcPts val="0"/>
              </a:spcAft>
              <a:buSzPts val="2800"/>
              <a:buNone/>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a:endParaRPr/>
          </a:p>
        </p:txBody>
      </p:sp>
      <p:sp>
        <p:nvSpPr>
          <p:cNvPr id="22" name="Google Shape;22;p13"/>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rtl="0">
              <a:lnSpc>
                <a:spcPct val="115000"/>
              </a:lnSpc>
              <a:spcBef>
                <a:spcPts val="0"/>
              </a:spcBef>
              <a:spcAft>
                <a:spcPts val="0"/>
              </a:spcAft>
              <a:buSzPts val="1400"/>
              <a:buChar char="●"/>
              <a:defRPr sz="1400"/>
            </a:lvl1pPr>
            <a:lvl2pPr marL="914400" lvl="1" indent="-304800" algn="l" rtl="0">
              <a:lnSpc>
                <a:spcPct val="115000"/>
              </a:lnSpc>
              <a:spcBef>
                <a:spcPts val="0"/>
              </a:spcBef>
              <a:spcAft>
                <a:spcPts val="0"/>
              </a:spcAft>
              <a:buSzPts val="1200"/>
              <a:buChar char="○"/>
              <a:defRPr sz="1200"/>
            </a:lvl2pPr>
            <a:lvl3pPr marL="1371600" lvl="2" indent="-304800" algn="l" rtl="0">
              <a:lnSpc>
                <a:spcPct val="115000"/>
              </a:lnSpc>
              <a:spcBef>
                <a:spcPts val="0"/>
              </a:spcBef>
              <a:spcAft>
                <a:spcPts val="0"/>
              </a:spcAft>
              <a:buSzPts val="1200"/>
              <a:buChar char="■"/>
              <a:defRPr sz="1200"/>
            </a:lvl3pPr>
            <a:lvl4pPr marL="1828800" lvl="3" indent="-304800" algn="l" rtl="0">
              <a:lnSpc>
                <a:spcPct val="115000"/>
              </a:lnSpc>
              <a:spcBef>
                <a:spcPts val="0"/>
              </a:spcBef>
              <a:spcAft>
                <a:spcPts val="0"/>
              </a:spcAft>
              <a:buSzPts val="1200"/>
              <a:buChar char="●"/>
              <a:defRPr sz="1200"/>
            </a:lvl4pPr>
            <a:lvl5pPr marL="2286000" lvl="4" indent="-304800" algn="l" rtl="0">
              <a:lnSpc>
                <a:spcPct val="115000"/>
              </a:lnSpc>
              <a:spcBef>
                <a:spcPts val="0"/>
              </a:spcBef>
              <a:spcAft>
                <a:spcPts val="0"/>
              </a:spcAft>
              <a:buSzPts val="1200"/>
              <a:buChar char="○"/>
              <a:defRPr sz="1200"/>
            </a:lvl5pPr>
            <a:lvl6pPr marL="2743200" lvl="5" indent="-304800" algn="l" rtl="0">
              <a:lnSpc>
                <a:spcPct val="115000"/>
              </a:lnSpc>
              <a:spcBef>
                <a:spcPts val="0"/>
              </a:spcBef>
              <a:spcAft>
                <a:spcPts val="0"/>
              </a:spcAft>
              <a:buSzPts val="1200"/>
              <a:buChar char="■"/>
              <a:defRPr sz="1200"/>
            </a:lvl6pPr>
            <a:lvl7pPr marL="3200400" lvl="6" indent="-304800" algn="l" rtl="0">
              <a:lnSpc>
                <a:spcPct val="115000"/>
              </a:lnSpc>
              <a:spcBef>
                <a:spcPts val="0"/>
              </a:spcBef>
              <a:spcAft>
                <a:spcPts val="0"/>
              </a:spcAft>
              <a:buSzPts val="1200"/>
              <a:buChar char="●"/>
              <a:defRPr sz="1200"/>
            </a:lvl7pPr>
            <a:lvl8pPr marL="3657600" lvl="7" indent="-304800" algn="l" rtl="0">
              <a:lnSpc>
                <a:spcPct val="115000"/>
              </a:lnSpc>
              <a:spcBef>
                <a:spcPts val="0"/>
              </a:spcBef>
              <a:spcAft>
                <a:spcPts val="0"/>
              </a:spcAft>
              <a:buSzPts val="1200"/>
              <a:buChar char="○"/>
              <a:defRPr sz="1200"/>
            </a:lvl8pPr>
            <a:lvl9pPr marL="4114800" lvl="8" indent="-304800" algn="l" rtl="0">
              <a:lnSpc>
                <a:spcPct val="115000"/>
              </a:lnSpc>
              <a:spcBef>
                <a:spcPts val="0"/>
              </a:spcBef>
              <a:spcAft>
                <a:spcPts val="0"/>
              </a:spcAft>
              <a:buSzPts val="1200"/>
              <a:buChar char="■"/>
              <a:defRPr sz="1200"/>
            </a:lvl9pPr>
          </a:lstStyle>
          <a:p>
            <a:endParaRPr/>
          </a:p>
        </p:txBody>
      </p:sp>
      <p:sp>
        <p:nvSpPr>
          <p:cNvPr id="23" name="Google Shape;23;p13"/>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rtl="0">
              <a:lnSpc>
                <a:spcPct val="115000"/>
              </a:lnSpc>
              <a:spcBef>
                <a:spcPts val="0"/>
              </a:spcBef>
              <a:spcAft>
                <a:spcPts val="0"/>
              </a:spcAft>
              <a:buSzPts val="1400"/>
              <a:buChar char="●"/>
              <a:defRPr sz="1400"/>
            </a:lvl1pPr>
            <a:lvl2pPr marL="914400" lvl="1" indent="-304800" algn="l" rtl="0">
              <a:lnSpc>
                <a:spcPct val="115000"/>
              </a:lnSpc>
              <a:spcBef>
                <a:spcPts val="0"/>
              </a:spcBef>
              <a:spcAft>
                <a:spcPts val="0"/>
              </a:spcAft>
              <a:buSzPts val="1200"/>
              <a:buChar char="○"/>
              <a:defRPr sz="1200"/>
            </a:lvl2pPr>
            <a:lvl3pPr marL="1371600" lvl="2" indent="-304800" algn="l" rtl="0">
              <a:lnSpc>
                <a:spcPct val="115000"/>
              </a:lnSpc>
              <a:spcBef>
                <a:spcPts val="0"/>
              </a:spcBef>
              <a:spcAft>
                <a:spcPts val="0"/>
              </a:spcAft>
              <a:buSzPts val="1200"/>
              <a:buChar char="■"/>
              <a:defRPr sz="1200"/>
            </a:lvl3pPr>
            <a:lvl4pPr marL="1828800" lvl="3" indent="-304800" algn="l" rtl="0">
              <a:lnSpc>
                <a:spcPct val="115000"/>
              </a:lnSpc>
              <a:spcBef>
                <a:spcPts val="0"/>
              </a:spcBef>
              <a:spcAft>
                <a:spcPts val="0"/>
              </a:spcAft>
              <a:buSzPts val="1200"/>
              <a:buChar char="●"/>
              <a:defRPr sz="1200"/>
            </a:lvl4pPr>
            <a:lvl5pPr marL="2286000" lvl="4" indent="-304800" algn="l" rtl="0">
              <a:lnSpc>
                <a:spcPct val="115000"/>
              </a:lnSpc>
              <a:spcBef>
                <a:spcPts val="0"/>
              </a:spcBef>
              <a:spcAft>
                <a:spcPts val="0"/>
              </a:spcAft>
              <a:buSzPts val="1200"/>
              <a:buChar char="○"/>
              <a:defRPr sz="1200"/>
            </a:lvl5pPr>
            <a:lvl6pPr marL="2743200" lvl="5" indent="-304800" algn="l" rtl="0">
              <a:lnSpc>
                <a:spcPct val="115000"/>
              </a:lnSpc>
              <a:spcBef>
                <a:spcPts val="0"/>
              </a:spcBef>
              <a:spcAft>
                <a:spcPts val="0"/>
              </a:spcAft>
              <a:buSzPts val="1200"/>
              <a:buChar char="■"/>
              <a:defRPr sz="1200"/>
            </a:lvl6pPr>
            <a:lvl7pPr marL="3200400" lvl="6" indent="-304800" algn="l" rtl="0">
              <a:lnSpc>
                <a:spcPct val="115000"/>
              </a:lnSpc>
              <a:spcBef>
                <a:spcPts val="0"/>
              </a:spcBef>
              <a:spcAft>
                <a:spcPts val="0"/>
              </a:spcAft>
              <a:buSzPts val="1200"/>
              <a:buChar char="●"/>
              <a:defRPr sz="1200"/>
            </a:lvl7pPr>
            <a:lvl8pPr marL="3657600" lvl="7" indent="-304800" algn="l" rtl="0">
              <a:lnSpc>
                <a:spcPct val="115000"/>
              </a:lnSpc>
              <a:spcBef>
                <a:spcPts val="0"/>
              </a:spcBef>
              <a:spcAft>
                <a:spcPts val="0"/>
              </a:spcAft>
              <a:buSzPts val="1200"/>
              <a:buChar char="○"/>
              <a:defRPr sz="1200"/>
            </a:lvl8pPr>
            <a:lvl9pPr marL="4114800" lvl="8" indent="-304800" algn="l" rtl="0">
              <a:lnSpc>
                <a:spcPct val="115000"/>
              </a:lnSpc>
              <a:spcBef>
                <a:spcPts val="0"/>
              </a:spcBef>
              <a:spcAft>
                <a:spcPts val="0"/>
              </a:spcAft>
              <a:buSzPts val="1200"/>
              <a:buChar char="■"/>
              <a:defRPr sz="1200"/>
            </a:lvl9pPr>
          </a:lstStyle>
          <a:p>
            <a:endParaRPr/>
          </a:p>
        </p:txBody>
      </p:sp>
      <p:sp>
        <p:nvSpPr>
          <p:cNvPr id="24" name="Google Shape;24;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rtl="0">
              <a:lnSpc>
                <a:spcPct val="100000"/>
              </a:lnSpc>
              <a:spcBef>
                <a:spcPts val="0"/>
              </a:spcBef>
              <a:spcAft>
                <a:spcPts val="0"/>
              </a:spcAft>
              <a:buSzPts val="2800"/>
              <a:buNone/>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a:endParaRPr/>
          </a:p>
        </p:txBody>
      </p:sp>
      <p:sp>
        <p:nvSpPr>
          <p:cNvPr id="27" name="Google Shape;2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15"/>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rtl="0">
              <a:lnSpc>
                <a:spcPct val="100000"/>
              </a:lnSpc>
              <a:spcBef>
                <a:spcPts val="0"/>
              </a:spcBef>
              <a:spcAft>
                <a:spcPts val="0"/>
              </a:spcAft>
              <a:buSzPts val="2400"/>
              <a:buNone/>
              <a:defRPr sz="2400"/>
            </a:lvl1pPr>
            <a:lvl2pPr lvl="1" algn="l" rtl="0">
              <a:lnSpc>
                <a:spcPct val="100000"/>
              </a:lnSpc>
              <a:spcBef>
                <a:spcPts val="0"/>
              </a:spcBef>
              <a:spcAft>
                <a:spcPts val="0"/>
              </a:spcAft>
              <a:buSzPts val="2400"/>
              <a:buNone/>
              <a:defRPr sz="2400"/>
            </a:lvl2pPr>
            <a:lvl3pPr lvl="2" algn="l" rtl="0">
              <a:lnSpc>
                <a:spcPct val="100000"/>
              </a:lnSpc>
              <a:spcBef>
                <a:spcPts val="0"/>
              </a:spcBef>
              <a:spcAft>
                <a:spcPts val="0"/>
              </a:spcAft>
              <a:buSzPts val="2400"/>
              <a:buNone/>
              <a:defRPr sz="2400"/>
            </a:lvl3pPr>
            <a:lvl4pPr lvl="3" algn="l" rtl="0">
              <a:lnSpc>
                <a:spcPct val="100000"/>
              </a:lnSpc>
              <a:spcBef>
                <a:spcPts val="0"/>
              </a:spcBef>
              <a:spcAft>
                <a:spcPts val="0"/>
              </a:spcAft>
              <a:buSzPts val="2400"/>
              <a:buNone/>
              <a:defRPr sz="2400"/>
            </a:lvl4pPr>
            <a:lvl5pPr lvl="4" algn="l" rtl="0">
              <a:lnSpc>
                <a:spcPct val="100000"/>
              </a:lnSpc>
              <a:spcBef>
                <a:spcPts val="0"/>
              </a:spcBef>
              <a:spcAft>
                <a:spcPts val="0"/>
              </a:spcAft>
              <a:buSzPts val="2400"/>
              <a:buNone/>
              <a:defRPr sz="2400"/>
            </a:lvl5pPr>
            <a:lvl6pPr lvl="5" algn="l" rtl="0">
              <a:lnSpc>
                <a:spcPct val="100000"/>
              </a:lnSpc>
              <a:spcBef>
                <a:spcPts val="0"/>
              </a:spcBef>
              <a:spcAft>
                <a:spcPts val="0"/>
              </a:spcAft>
              <a:buSzPts val="2400"/>
              <a:buNone/>
              <a:defRPr sz="2400"/>
            </a:lvl6pPr>
            <a:lvl7pPr lvl="6" algn="l" rtl="0">
              <a:lnSpc>
                <a:spcPct val="100000"/>
              </a:lnSpc>
              <a:spcBef>
                <a:spcPts val="0"/>
              </a:spcBef>
              <a:spcAft>
                <a:spcPts val="0"/>
              </a:spcAft>
              <a:buSzPts val="2400"/>
              <a:buNone/>
              <a:defRPr sz="2400"/>
            </a:lvl7pPr>
            <a:lvl8pPr lvl="7" algn="l" rtl="0">
              <a:lnSpc>
                <a:spcPct val="100000"/>
              </a:lnSpc>
              <a:spcBef>
                <a:spcPts val="0"/>
              </a:spcBef>
              <a:spcAft>
                <a:spcPts val="0"/>
              </a:spcAft>
              <a:buSzPts val="2400"/>
              <a:buNone/>
              <a:defRPr sz="2400"/>
            </a:lvl8pPr>
            <a:lvl9pPr lvl="8" algn="l" rtl="0">
              <a:lnSpc>
                <a:spcPct val="100000"/>
              </a:lnSpc>
              <a:spcBef>
                <a:spcPts val="0"/>
              </a:spcBef>
              <a:spcAft>
                <a:spcPts val="0"/>
              </a:spcAft>
              <a:buSzPts val="2400"/>
              <a:buNone/>
              <a:defRPr sz="2400"/>
            </a:lvl9pPr>
          </a:lstStyle>
          <a:p>
            <a:endParaRPr/>
          </a:p>
        </p:txBody>
      </p:sp>
      <p:sp>
        <p:nvSpPr>
          <p:cNvPr id="30" name="Google Shape;30;p15"/>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rtl="0">
              <a:lnSpc>
                <a:spcPct val="115000"/>
              </a:lnSpc>
              <a:spcBef>
                <a:spcPts val="0"/>
              </a:spcBef>
              <a:spcAft>
                <a:spcPts val="0"/>
              </a:spcAft>
              <a:buSzPts val="1200"/>
              <a:buChar char="●"/>
              <a:defRPr sz="1200"/>
            </a:lvl1pPr>
            <a:lvl2pPr marL="914400" lvl="1" indent="-304800" algn="l" rtl="0">
              <a:lnSpc>
                <a:spcPct val="115000"/>
              </a:lnSpc>
              <a:spcBef>
                <a:spcPts val="0"/>
              </a:spcBef>
              <a:spcAft>
                <a:spcPts val="0"/>
              </a:spcAft>
              <a:buSzPts val="1200"/>
              <a:buChar char="○"/>
              <a:defRPr sz="1200"/>
            </a:lvl2pPr>
            <a:lvl3pPr marL="1371600" lvl="2" indent="-304800" algn="l" rtl="0">
              <a:lnSpc>
                <a:spcPct val="115000"/>
              </a:lnSpc>
              <a:spcBef>
                <a:spcPts val="0"/>
              </a:spcBef>
              <a:spcAft>
                <a:spcPts val="0"/>
              </a:spcAft>
              <a:buSzPts val="1200"/>
              <a:buChar char="■"/>
              <a:defRPr sz="1200"/>
            </a:lvl3pPr>
            <a:lvl4pPr marL="1828800" lvl="3" indent="-304800" algn="l" rtl="0">
              <a:lnSpc>
                <a:spcPct val="115000"/>
              </a:lnSpc>
              <a:spcBef>
                <a:spcPts val="0"/>
              </a:spcBef>
              <a:spcAft>
                <a:spcPts val="0"/>
              </a:spcAft>
              <a:buSzPts val="1200"/>
              <a:buChar char="●"/>
              <a:defRPr sz="1200"/>
            </a:lvl4pPr>
            <a:lvl5pPr marL="2286000" lvl="4" indent="-304800" algn="l" rtl="0">
              <a:lnSpc>
                <a:spcPct val="115000"/>
              </a:lnSpc>
              <a:spcBef>
                <a:spcPts val="0"/>
              </a:spcBef>
              <a:spcAft>
                <a:spcPts val="0"/>
              </a:spcAft>
              <a:buSzPts val="1200"/>
              <a:buChar char="○"/>
              <a:defRPr sz="1200"/>
            </a:lvl5pPr>
            <a:lvl6pPr marL="2743200" lvl="5" indent="-304800" algn="l" rtl="0">
              <a:lnSpc>
                <a:spcPct val="115000"/>
              </a:lnSpc>
              <a:spcBef>
                <a:spcPts val="0"/>
              </a:spcBef>
              <a:spcAft>
                <a:spcPts val="0"/>
              </a:spcAft>
              <a:buSzPts val="1200"/>
              <a:buChar char="■"/>
              <a:defRPr sz="1200"/>
            </a:lvl6pPr>
            <a:lvl7pPr marL="3200400" lvl="6" indent="-304800" algn="l" rtl="0">
              <a:lnSpc>
                <a:spcPct val="115000"/>
              </a:lnSpc>
              <a:spcBef>
                <a:spcPts val="0"/>
              </a:spcBef>
              <a:spcAft>
                <a:spcPts val="0"/>
              </a:spcAft>
              <a:buSzPts val="1200"/>
              <a:buChar char="●"/>
              <a:defRPr sz="1200"/>
            </a:lvl7pPr>
            <a:lvl8pPr marL="3657600" lvl="7" indent="-304800" algn="l" rtl="0">
              <a:lnSpc>
                <a:spcPct val="115000"/>
              </a:lnSpc>
              <a:spcBef>
                <a:spcPts val="0"/>
              </a:spcBef>
              <a:spcAft>
                <a:spcPts val="0"/>
              </a:spcAft>
              <a:buSzPts val="1200"/>
              <a:buChar char="○"/>
              <a:defRPr sz="1200"/>
            </a:lvl8pPr>
            <a:lvl9pPr marL="4114800" lvl="8" indent="-304800" algn="l" rtl="0">
              <a:lnSpc>
                <a:spcPct val="115000"/>
              </a:lnSpc>
              <a:spcBef>
                <a:spcPts val="0"/>
              </a:spcBef>
              <a:spcAft>
                <a:spcPts val="0"/>
              </a:spcAft>
              <a:buSzPts val="1200"/>
              <a:buChar char="■"/>
              <a:defRPr sz="1200"/>
            </a:lvl9pPr>
          </a:lstStyle>
          <a:p>
            <a:endParaRPr/>
          </a:p>
        </p:txBody>
      </p:sp>
      <p:sp>
        <p:nvSpPr>
          <p:cNvPr id="31" name="Google Shape;31;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16"/>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rtl="0">
              <a:lnSpc>
                <a:spcPct val="100000"/>
              </a:lnSpc>
              <a:spcBef>
                <a:spcPts val="0"/>
              </a:spcBef>
              <a:spcAft>
                <a:spcPts val="0"/>
              </a:spcAft>
              <a:buSzPts val="4800"/>
              <a:buNone/>
              <a:defRPr sz="4800"/>
            </a:lvl1pPr>
            <a:lvl2pPr lvl="1" algn="l" rtl="0">
              <a:lnSpc>
                <a:spcPct val="100000"/>
              </a:lnSpc>
              <a:spcBef>
                <a:spcPts val="0"/>
              </a:spcBef>
              <a:spcAft>
                <a:spcPts val="0"/>
              </a:spcAft>
              <a:buSzPts val="4800"/>
              <a:buNone/>
              <a:defRPr sz="4800"/>
            </a:lvl2pPr>
            <a:lvl3pPr lvl="2" algn="l" rtl="0">
              <a:lnSpc>
                <a:spcPct val="100000"/>
              </a:lnSpc>
              <a:spcBef>
                <a:spcPts val="0"/>
              </a:spcBef>
              <a:spcAft>
                <a:spcPts val="0"/>
              </a:spcAft>
              <a:buSzPts val="4800"/>
              <a:buNone/>
              <a:defRPr sz="4800"/>
            </a:lvl3pPr>
            <a:lvl4pPr lvl="3" algn="l" rtl="0">
              <a:lnSpc>
                <a:spcPct val="100000"/>
              </a:lnSpc>
              <a:spcBef>
                <a:spcPts val="0"/>
              </a:spcBef>
              <a:spcAft>
                <a:spcPts val="0"/>
              </a:spcAft>
              <a:buSzPts val="4800"/>
              <a:buNone/>
              <a:defRPr sz="4800"/>
            </a:lvl4pPr>
            <a:lvl5pPr lvl="4" algn="l" rtl="0">
              <a:lnSpc>
                <a:spcPct val="100000"/>
              </a:lnSpc>
              <a:spcBef>
                <a:spcPts val="0"/>
              </a:spcBef>
              <a:spcAft>
                <a:spcPts val="0"/>
              </a:spcAft>
              <a:buSzPts val="4800"/>
              <a:buNone/>
              <a:defRPr sz="4800"/>
            </a:lvl5pPr>
            <a:lvl6pPr lvl="5" algn="l" rtl="0">
              <a:lnSpc>
                <a:spcPct val="100000"/>
              </a:lnSpc>
              <a:spcBef>
                <a:spcPts val="0"/>
              </a:spcBef>
              <a:spcAft>
                <a:spcPts val="0"/>
              </a:spcAft>
              <a:buSzPts val="4800"/>
              <a:buNone/>
              <a:defRPr sz="4800"/>
            </a:lvl6pPr>
            <a:lvl7pPr lvl="6" algn="l" rtl="0">
              <a:lnSpc>
                <a:spcPct val="100000"/>
              </a:lnSpc>
              <a:spcBef>
                <a:spcPts val="0"/>
              </a:spcBef>
              <a:spcAft>
                <a:spcPts val="0"/>
              </a:spcAft>
              <a:buSzPts val="4800"/>
              <a:buNone/>
              <a:defRPr sz="4800"/>
            </a:lvl7pPr>
            <a:lvl8pPr lvl="7" algn="l" rtl="0">
              <a:lnSpc>
                <a:spcPct val="100000"/>
              </a:lnSpc>
              <a:spcBef>
                <a:spcPts val="0"/>
              </a:spcBef>
              <a:spcAft>
                <a:spcPts val="0"/>
              </a:spcAft>
              <a:buSzPts val="4800"/>
              <a:buNone/>
              <a:defRPr sz="4800"/>
            </a:lvl8pPr>
            <a:lvl9pPr lvl="8" algn="l" rtl="0">
              <a:lnSpc>
                <a:spcPct val="100000"/>
              </a:lnSpc>
              <a:spcBef>
                <a:spcPts val="0"/>
              </a:spcBef>
              <a:spcAft>
                <a:spcPts val="0"/>
              </a:spcAft>
              <a:buSzPts val="4800"/>
              <a:buNone/>
              <a:defRPr sz="4800"/>
            </a:lvl9pPr>
          </a:lstStyle>
          <a:p>
            <a:endParaRPr/>
          </a:p>
        </p:txBody>
      </p:sp>
      <p:sp>
        <p:nvSpPr>
          <p:cNvPr id="34" name="Google Shape;34;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17"/>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17"/>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rtl="0">
              <a:lnSpc>
                <a:spcPct val="100000"/>
              </a:lnSpc>
              <a:spcBef>
                <a:spcPts val="0"/>
              </a:spcBef>
              <a:spcAft>
                <a:spcPts val="0"/>
              </a:spcAft>
              <a:buSzPts val="4200"/>
              <a:buNone/>
              <a:defRPr sz="4200"/>
            </a:lvl1pPr>
            <a:lvl2pPr lvl="1" algn="ctr" rtl="0">
              <a:lnSpc>
                <a:spcPct val="100000"/>
              </a:lnSpc>
              <a:spcBef>
                <a:spcPts val="0"/>
              </a:spcBef>
              <a:spcAft>
                <a:spcPts val="0"/>
              </a:spcAft>
              <a:buSzPts val="4200"/>
              <a:buNone/>
              <a:defRPr sz="4200"/>
            </a:lvl2pPr>
            <a:lvl3pPr lvl="2" algn="ctr" rtl="0">
              <a:lnSpc>
                <a:spcPct val="100000"/>
              </a:lnSpc>
              <a:spcBef>
                <a:spcPts val="0"/>
              </a:spcBef>
              <a:spcAft>
                <a:spcPts val="0"/>
              </a:spcAft>
              <a:buSzPts val="4200"/>
              <a:buNone/>
              <a:defRPr sz="4200"/>
            </a:lvl3pPr>
            <a:lvl4pPr lvl="3" algn="ctr" rtl="0">
              <a:lnSpc>
                <a:spcPct val="100000"/>
              </a:lnSpc>
              <a:spcBef>
                <a:spcPts val="0"/>
              </a:spcBef>
              <a:spcAft>
                <a:spcPts val="0"/>
              </a:spcAft>
              <a:buSzPts val="4200"/>
              <a:buNone/>
              <a:defRPr sz="4200"/>
            </a:lvl4pPr>
            <a:lvl5pPr lvl="4" algn="ctr" rtl="0">
              <a:lnSpc>
                <a:spcPct val="100000"/>
              </a:lnSpc>
              <a:spcBef>
                <a:spcPts val="0"/>
              </a:spcBef>
              <a:spcAft>
                <a:spcPts val="0"/>
              </a:spcAft>
              <a:buSzPts val="4200"/>
              <a:buNone/>
              <a:defRPr sz="4200"/>
            </a:lvl5pPr>
            <a:lvl6pPr lvl="5" algn="ctr" rtl="0">
              <a:lnSpc>
                <a:spcPct val="100000"/>
              </a:lnSpc>
              <a:spcBef>
                <a:spcPts val="0"/>
              </a:spcBef>
              <a:spcAft>
                <a:spcPts val="0"/>
              </a:spcAft>
              <a:buSzPts val="4200"/>
              <a:buNone/>
              <a:defRPr sz="4200"/>
            </a:lvl6pPr>
            <a:lvl7pPr lvl="6" algn="ctr" rtl="0">
              <a:lnSpc>
                <a:spcPct val="100000"/>
              </a:lnSpc>
              <a:spcBef>
                <a:spcPts val="0"/>
              </a:spcBef>
              <a:spcAft>
                <a:spcPts val="0"/>
              </a:spcAft>
              <a:buSzPts val="4200"/>
              <a:buNone/>
              <a:defRPr sz="4200"/>
            </a:lvl7pPr>
            <a:lvl8pPr lvl="7" algn="ctr" rtl="0">
              <a:lnSpc>
                <a:spcPct val="100000"/>
              </a:lnSpc>
              <a:spcBef>
                <a:spcPts val="0"/>
              </a:spcBef>
              <a:spcAft>
                <a:spcPts val="0"/>
              </a:spcAft>
              <a:buSzPts val="4200"/>
              <a:buNone/>
              <a:defRPr sz="4200"/>
            </a:lvl8pPr>
            <a:lvl9pPr lvl="8" algn="ctr" rtl="0">
              <a:lnSpc>
                <a:spcPct val="100000"/>
              </a:lnSpc>
              <a:spcBef>
                <a:spcPts val="0"/>
              </a:spcBef>
              <a:spcAft>
                <a:spcPts val="0"/>
              </a:spcAft>
              <a:buSzPts val="4200"/>
              <a:buNone/>
              <a:defRPr sz="4200"/>
            </a:lvl9pPr>
          </a:lstStyle>
          <a:p>
            <a:endParaRPr/>
          </a:p>
        </p:txBody>
      </p:sp>
      <p:sp>
        <p:nvSpPr>
          <p:cNvPr id="38" name="Google Shape;38;p17"/>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39" name="Google Shape;39;p17"/>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rtl="0">
              <a:lnSpc>
                <a:spcPct val="115000"/>
              </a:lnSpc>
              <a:spcBef>
                <a:spcPts val="0"/>
              </a:spcBef>
              <a:spcAft>
                <a:spcPts val="0"/>
              </a:spcAft>
              <a:buSzPts val="1800"/>
              <a:buChar char="●"/>
              <a:defRPr/>
            </a:lvl1pPr>
            <a:lvl2pPr marL="914400" lvl="1" indent="-317500" algn="l" rtl="0">
              <a:lnSpc>
                <a:spcPct val="115000"/>
              </a:lnSpc>
              <a:spcBef>
                <a:spcPts val="0"/>
              </a:spcBef>
              <a:spcAft>
                <a:spcPts val="0"/>
              </a:spcAft>
              <a:buSzPts val="1400"/>
              <a:buChar char="○"/>
              <a:defRPr/>
            </a:lvl2pPr>
            <a:lvl3pPr marL="1371600" lvl="2" indent="-317500" algn="l" rtl="0">
              <a:lnSpc>
                <a:spcPct val="115000"/>
              </a:lnSpc>
              <a:spcBef>
                <a:spcPts val="0"/>
              </a:spcBef>
              <a:spcAft>
                <a:spcPts val="0"/>
              </a:spcAft>
              <a:buSzPts val="1400"/>
              <a:buChar char="■"/>
              <a:defRPr/>
            </a:lvl3pPr>
            <a:lvl4pPr marL="1828800" lvl="3" indent="-317500" algn="l" rtl="0">
              <a:lnSpc>
                <a:spcPct val="115000"/>
              </a:lnSpc>
              <a:spcBef>
                <a:spcPts val="0"/>
              </a:spcBef>
              <a:spcAft>
                <a:spcPts val="0"/>
              </a:spcAft>
              <a:buSzPts val="1400"/>
              <a:buChar char="●"/>
              <a:defRPr/>
            </a:lvl4pPr>
            <a:lvl5pPr marL="2286000" lvl="4" indent="-317500" algn="l" rtl="0">
              <a:lnSpc>
                <a:spcPct val="115000"/>
              </a:lnSpc>
              <a:spcBef>
                <a:spcPts val="0"/>
              </a:spcBef>
              <a:spcAft>
                <a:spcPts val="0"/>
              </a:spcAft>
              <a:buSzPts val="1400"/>
              <a:buChar char="○"/>
              <a:defRPr/>
            </a:lvl5pPr>
            <a:lvl6pPr marL="2743200" lvl="5" indent="-317500" algn="l" rtl="0">
              <a:lnSpc>
                <a:spcPct val="115000"/>
              </a:lnSpc>
              <a:spcBef>
                <a:spcPts val="0"/>
              </a:spcBef>
              <a:spcAft>
                <a:spcPts val="0"/>
              </a:spcAft>
              <a:buSzPts val="1400"/>
              <a:buChar char="■"/>
              <a:defRPr/>
            </a:lvl6pPr>
            <a:lvl7pPr marL="3200400" lvl="6" indent="-317500" algn="l" rtl="0">
              <a:lnSpc>
                <a:spcPct val="115000"/>
              </a:lnSpc>
              <a:spcBef>
                <a:spcPts val="0"/>
              </a:spcBef>
              <a:spcAft>
                <a:spcPts val="0"/>
              </a:spcAft>
              <a:buSzPts val="1400"/>
              <a:buChar char="●"/>
              <a:defRPr/>
            </a:lvl7pPr>
            <a:lvl8pPr marL="3657600" lvl="7" indent="-317500" algn="l" rtl="0">
              <a:lnSpc>
                <a:spcPct val="115000"/>
              </a:lnSpc>
              <a:spcBef>
                <a:spcPts val="0"/>
              </a:spcBef>
              <a:spcAft>
                <a:spcPts val="0"/>
              </a:spcAft>
              <a:buSzPts val="1400"/>
              <a:buChar char="○"/>
              <a:defRPr/>
            </a:lvl8pPr>
            <a:lvl9pPr marL="4114800" lvl="8" indent="-317500" algn="l" rtl="0">
              <a:lnSpc>
                <a:spcPct val="115000"/>
              </a:lnSpc>
              <a:spcBef>
                <a:spcPts val="0"/>
              </a:spcBef>
              <a:spcAft>
                <a:spcPts val="0"/>
              </a:spcAft>
              <a:buSzPts val="1400"/>
              <a:buChar char="■"/>
              <a:defRPr/>
            </a:lvl9pPr>
          </a:lstStyle>
          <a:p>
            <a:endParaRPr/>
          </a:p>
        </p:txBody>
      </p:sp>
      <p:sp>
        <p:nvSpPr>
          <p:cNvPr id="40" name="Google Shape;40;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8"/>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rtl="0">
              <a:lnSpc>
                <a:spcPct val="100000"/>
              </a:lnSpc>
              <a:spcBef>
                <a:spcPts val="0"/>
              </a:spcBef>
              <a:spcAft>
                <a:spcPts val="0"/>
              </a:spcAft>
              <a:buSzPts val="1800"/>
              <a:buNone/>
              <a:defRPr/>
            </a:lvl1pPr>
          </a:lstStyle>
          <a:p>
            <a:endParaRPr/>
          </a:p>
        </p:txBody>
      </p:sp>
      <p:sp>
        <p:nvSpPr>
          <p:cNvPr id="43" name="Google Shape;43;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9"/>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rtl="0">
              <a:lnSpc>
                <a:spcPct val="100000"/>
              </a:lnSpc>
              <a:spcBef>
                <a:spcPts val="0"/>
              </a:spcBef>
              <a:spcAft>
                <a:spcPts val="0"/>
              </a:spcAft>
              <a:buSzPts val="12000"/>
              <a:buNone/>
              <a:defRPr sz="12000"/>
            </a:lvl1pPr>
            <a:lvl2pPr lvl="1" algn="ctr" rtl="0">
              <a:lnSpc>
                <a:spcPct val="100000"/>
              </a:lnSpc>
              <a:spcBef>
                <a:spcPts val="0"/>
              </a:spcBef>
              <a:spcAft>
                <a:spcPts val="0"/>
              </a:spcAft>
              <a:buSzPts val="12000"/>
              <a:buNone/>
              <a:defRPr sz="12000"/>
            </a:lvl2pPr>
            <a:lvl3pPr lvl="2" algn="ctr" rtl="0">
              <a:lnSpc>
                <a:spcPct val="100000"/>
              </a:lnSpc>
              <a:spcBef>
                <a:spcPts val="0"/>
              </a:spcBef>
              <a:spcAft>
                <a:spcPts val="0"/>
              </a:spcAft>
              <a:buSzPts val="12000"/>
              <a:buNone/>
              <a:defRPr sz="12000"/>
            </a:lvl3pPr>
            <a:lvl4pPr lvl="3" algn="ctr" rtl="0">
              <a:lnSpc>
                <a:spcPct val="100000"/>
              </a:lnSpc>
              <a:spcBef>
                <a:spcPts val="0"/>
              </a:spcBef>
              <a:spcAft>
                <a:spcPts val="0"/>
              </a:spcAft>
              <a:buSzPts val="12000"/>
              <a:buNone/>
              <a:defRPr sz="12000"/>
            </a:lvl4pPr>
            <a:lvl5pPr lvl="4" algn="ctr" rtl="0">
              <a:lnSpc>
                <a:spcPct val="100000"/>
              </a:lnSpc>
              <a:spcBef>
                <a:spcPts val="0"/>
              </a:spcBef>
              <a:spcAft>
                <a:spcPts val="0"/>
              </a:spcAft>
              <a:buSzPts val="12000"/>
              <a:buNone/>
              <a:defRPr sz="12000"/>
            </a:lvl5pPr>
            <a:lvl6pPr lvl="5" algn="ctr" rtl="0">
              <a:lnSpc>
                <a:spcPct val="100000"/>
              </a:lnSpc>
              <a:spcBef>
                <a:spcPts val="0"/>
              </a:spcBef>
              <a:spcAft>
                <a:spcPts val="0"/>
              </a:spcAft>
              <a:buSzPts val="12000"/>
              <a:buNone/>
              <a:defRPr sz="12000"/>
            </a:lvl6pPr>
            <a:lvl7pPr lvl="6" algn="ctr" rtl="0">
              <a:lnSpc>
                <a:spcPct val="100000"/>
              </a:lnSpc>
              <a:spcBef>
                <a:spcPts val="0"/>
              </a:spcBef>
              <a:spcAft>
                <a:spcPts val="0"/>
              </a:spcAft>
              <a:buSzPts val="12000"/>
              <a:buNone/>
              <a:defRPr sz="12000"/>
            </a:lvl7pPr>
            <a:lvl8pPr lvl="7" algn="ctr" rtl="0">
              <a:lnSpc>
                <a:spcPct val="100000"/>
              </a:lnSpc>
              <a:spcBef>
                <a:spcPts val="0"/>
              </a:spcBef>
              <a:spcAft>
                <a:spcPts val="0"/>
              </a:spcAft>
              <a:buSzPts val="12000"/>
              <a:buNone/>
              <a:defRPr sz="12000"/>
            </a:lvl8pPr>
            <a:lvl9pPr lvl="8" algn="ctr" rtl="0">
              <a:lnSpc>
                <a:spcPct val="100000"/>
              </a:lnSpc>
              <a:spcBef>
                <a:spcPts val="0"/>
              </a:spcBef>
              <a:spcAft>
                <a:spcPts val="0"/>
              </a:spcAft>
              <a:buSzPts val="12000"/>
              <a:buNone/>
              <a:defRPr sz="12000"/>
            </a:lvl9pPr>
          </a:lstStyle>
          <a:p>
            <a:r>
              <a:t>xx%</a:t>
            </a:r>
          </a:p>
        </p:txBody>
      </p:sp>
      <p:sp>
        <p:nvSpPr>
          <p:cNvPr id="46" name="Google Shape;46;p19"/>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rtl="0">
              <a:lnSpc>
                <a:spcPct val="115000"/>
              </a:lnSpc>
              <a:spcBef>
                <a:spcPts val="0"/>
              </a:spcBef>
              <a:spcAft>
                <a:spcPts val="0"/>
              </a:spcAft>
              <a:buSzPts val="1800"/>
              <a:buChar char="●"/>
              <a:defRPr/>
            </a:lvl1pPr>
            <a:lvl2pPr marL="914400" lvl="1" indent="-317500" algn="ctr" rtl="0">
              <a:lnSpc>
                <a:spcPct val="115000"/>
              </a:lnSpc>
              <a:spcBef>
                <a:spcPts val="0"/>
              </a:spcBef>
              <a:spcAft>
                <a:spcPts val="0"/>
              </a:spcAft>
              <a:buSzPts val="1400"/>
              <a:buChar char="○"/>
              <a:defRPr/>
            </a:lvl2pPr>
            <a:lvl3pPr marL="1371600" lvl="2" indent="-317500" algn="ctr" rtl="0">
              <a:lnSpc>
                <a:spcPct val="115000"/>
              </a:lnSpc>
              <a:spcBef>
                <a:spcPts val="0"/>
              </a:spcBef>
              <a:spcAft>
                <a:spcPts val="0"/>
              </a:spcAft>
              <a:buSzPts val="1400"/>
              <a:buChar char="■"/>
              <a:defRPr/>
            </a:lvl3pPr>
            <a:lvl4pPr marL="1828800" lvl="3" indent="-317500" algn="ctr" rtl="0">
              <a:lnSpc>
                <a:spcPct val="115000"/>
              </a:lnSpc>
              <a:spcBef>
                <a:spcPts val="0"/>
              </a:spcBef>
              <a:spcAft>
                <a:spcPts val="0"/>
              </a:spcAft>
              <a:buSzPts val="1400"/>
              <a:buChar char="●"/>
              <a:defRPr/>
            </a:lvl4pPr>
            <a:lvl5pPr marL="2286000" lvl="4" indent="-317500" algn="ctr" rtl="0">
              <a:lnSpc>
                <a:spcPct val="115000"/>
              </a:lnSpc>
              <a:spcBef>
                <a:spcPts val="0"/>
              </a:spcBef>
              <a:spcAft>
                <a:spcPts val="0"/>
              </a:spcAft>
              <a:buSzPts val="1400"/>
              <a:buChar char="○"/>
              <a:defRPr/>
            </a:lvl5pPr>
            <a:lvl6pPr marL="2743200" lvl="5" indent="-317500" algn="ctr" rtl="0">
              <a:lnSpc>
                <a:spcPct val="115000"/>
              </a:lnSpc>
              <a:spcBef>
                <a:spcPts val="0"/>
              </a:spcBef>
              <a:spcAft>
                <a:spcPts val="0"/>
              </a:spcAft>
              <a:buSzPts val="1400"/>
              <a:buChar char="■"/>
              <a:defRPr/>
            </a:lvl6pPr>
            <a:lvl7pPr marL="3200400" lvl="6" indent="-317500" algn="ctr" rtl="0">
              <a:lnSpc>
                <a:spcPct val="115000"/>
              </a:lnSpc>
              <a:spcBef>
                <a:spcPts val="0"/>
              </a:spcBef>
              <a:spcAft>
                <a:spcPts val="0"/>
              </a:spcAft>
              <a:buSzPts val="1400"/>
              <a:buChar char="●"/>
              <a:defRPr/>
            </a:lvl7pPr>
            <a:lvl8pPr marL="3657600" lvl="7" indent="-317500" algn="ctr" rtl="0">
              <a:lnSpc>
                <a:spcPct val="115000"/>
              </a:lnSpc>
              <a:spcBef>
                <a:spcPts val="0"/>
              </a:spcBef>
              <a:spcAft>
                <a:spcPts val="0"/>
              </a:spcAft>
              <a:buSzPts val="1400"/>
              <a:buChar char="○"/>
              <a:defRPr/>
            </a:lvl8pPr>
            <a:lvl9pPr marL="4114800" lvl="8" indent="-317500" algn="ctr" rtl="0">
              <a:lnSpc>
                <a:spcPct val="115000"/>
              </a:lnSpc>
              <a:spcBef>
                <a:spcPts val="0"/>
              </a:spcBef>
              <a:spcAft>
                <a:spcPts val="0"/>
              </a:spcAft>
              <a:buSzPts val="1400"/>
              <a:buChar char="■"/>
              <a:defRPr/>
            </a:lvl9pPr>
          </a:lstStyle>
          <a:p>
            <a:endParaRPr/>
          </a:p>
        </p:txBody>
      </p:sp>
      <p:sp>
        <p:nvSpPr>
          <p:cNvPr id="47" name="Google Shape;47;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sitepoint.com/start-django-project-app/"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p>
            <a:pPr marL="0" lvl="0" indent="0" algn="ctr" rtl="0">
              <a:lnSpc>
                <a:spcPct val="100000"/>
              </a:lnSpc>
              <a:spcBef>
                <a:spcPts val="0"/>
              </a:spcBef>
              <a:spcAft>
                <a:spcPts val="0"/>
              </a:spcAft>
              <a:buSzPts val="5200"/>
              <a:buNone/>
            </a:pPr>
            <a:r>
              <a:rPr lang="en-US"/>
              <a:t>FLASK</a:t>
            </a:r>
            <a:endParaRPr/>
          </a:p>
        </p:txBody>
      </p:sp>
      <p:sp>
        <p:nvSpPr>
          <p:cNvPr id="55" name="Google Shape;55;p1"/>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r>
              <a:rPr lang="en-US"/>
              <a:t>By Krishna Brahmbhatt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US" b="1"/>
              <a:t>Introduction</a:t>
            </a:r>
            <a:endParaRPr b="1"/>
          </a:p>
        </p:txBody>
      </p:sp>
      <p:sp>
        <p:nvSpPr>
          <p:cNvPr id="61" name="Google Shape;61;p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0"/>
              </a:spcAft>
              <a:buClr>
                <a:schemeClr val="dk1"/>
              </a:buClr>
              <a:buSzPts val="1400"/>
              <a:buFont typeface="Verdana"/>
              <a:buChar char="●"/>
            </a:pPr>
            <a:r>
              <a:rPr lang="en-US" sz="1400">
                <a:solidFill>
                  <a:schemeClr val="dk1"/>
                </a:solidFill>
                <a:highlight>
                  <a:srgbClr val="FFFFFF"/>
                </a:highlight>
                <a:latin typeface="Verdana"/>
                <a:ea typeface="Verdana"/>
                <a:cs typeface="Verdana"/>
                <a:sym typeface="Verdana"/>
              </a:rPr>
              <a:t>Flask is a </a:t>
            </a:r>
            <a:r>
              <a:rPr lang="en-US" sz="1400" b="1">
                <a:solidFill>
                  <a:schemeClr val="dk1"/>
                </a:solidFill>
                <a:highlight>
                  <a:srgbClr val="FFFFFF"/>
                </a:highlight>
                <a:latin typeface="Verdana"/>
                <a:ea typeface="Verdana"/>
                <a:cs typeface="Verdana"/>
                <a:sym typeface="Verdana"/>
              </a:rPr>
              <a:t>micro </a:t>
            </a:r>
            <a:r>
              <a:rPr lang="en-US" sz="1400">
                <a:solidFill>
                  <a:schemeClr val="dk1"/>
                </a:solidFill>
                <a:highlight>
                  <a:srgbClr val="FFFFFF"/>
                </a:highlight>
                <a:latin typeface="Verdana"/>
                <a:ea typeface="Verdana"/>
                <a:cs typeface="Verdana"/>
                <a:sym typeface="Verdana"/>
              </a:rPr>
              <a:t>web application framework written in Python.</a:t>
            </a:r>
            <a:endParaRPr sz="1400">
              <a:solidFill>
                <a:schemeClr val="dk1"/>
              </a:solidFill>
              <a:highlight>
                <a:srgbClr val="FFFFFF"/>
              </a:highlight>
              <a:latin typeface="Verdana"/>
              <a:ea typeface="Verdana"/>
              <a:cs typeface="Verdana"/>
              <a:sym typeface="Verdana"/>
            </a:endParaRPr>
          </a:p>
          <a:p>
            <a:pPr marL="457200" lvl="0" indent="-317500" algn="l" rtl="0">
              <a:lnSpc>
                <a:spcPct val="115000"/>
              </a:lnSpc>
              <a:spcBef>
                <a:spcPts val="1000"/>
              </a:spcBef>
              <a:spcAft>
                <a:spcPts val="0"/>
              </a:spcAft>
              <a:buClr>
                <a:schemeClr val="dk1"/>
              </a:buClr>
              <a:buSzPts val="1400"/>
              <a:buFont typeface="Verdana"/>
              <a:buChar char="-"/>
            </a:pPr>
            <a:r>
              <a:rPr lang="en-US" sz="1400">
                <a:solidFill>
                  <a:schemeClr val="dk1"/>
                </a:solidFill>
                <a:highlight>
                  <a:srgbClr val="FFFFFF"/>
                </a:highlight>
                <a:latin typeface="Verdana"/>
                <a:ea typeface="Verdana"/>
                <a:cs typeface="Verdana"/>
                <a:sym typeface="Verdana"/>
              </a:rPr>
              <a:t>It is classified as a microframework because it does </a:t>
            </a:r>
            <a:r>
              <a:rPr lang="en-US" sz="1400" b="1">
                <a:solidFill>
                  <a:schemeClr val="dk1"/>
                </a:solidFill>
                <a:highlight>
                  <a:srgbClr val="FFFFFF"/>
                </a:highlight>
                <a:latin typeface="Verdana"/>
                <a:ea typeface="Verdana"/>
                <a:cs typeface="Verdana"/>
                <a:sym typeface="Verdana"/>
              </a:rPr>
              <a:t>not </a:t>
            </a:r>
            <a:r>
              <a:rPr lang="en-US" sz="1400">
                <a:solidFill>
                  <a:schemeClr val="dk1"/>
                </a:solidFill>
                <a:highlight>
                  <a:srgbClr val="FFFFFF"/>
                </a:highlight>
                <a:latin typeface="Verdana"/>
                <a:ea typeface="Verdana"/>
                <a:cs typeface="Verdana"/>
                <a:sym typeface="Verdana"/>
              </a:rPr>
              <a:t>require particular tools or libraries. It has no </a:t>
            </a:r>
            <a:r>
              <a:rPr lang="en-US" sz="1400" b="1">
                <a:solidFill>
                  <a:schemeClr val="dk1"/>
                </a:solidFill>
                <a:highlight>
                  <a:srgbClr val="FFFFFF"/>
                </a:highlight>
                <a:latin typeface="Verdana"/>
                <a:ea typeface="Verdana"/>
                <a:cs typeface="Verdana"/>
                <a:sym typeface="Verdana"/>
              </a:rPr>
              <a:t>database abstraction layer</a:t>
            </a:r>
            <a:r>
              <a:rPr lang="en-US" sz="1400">
                <a:solidFill>
                  <a:schemeClr val="dk1"/>
                </a:solidFill>
                <a:highlight>
                  <a:srgbClr val="FFFFFF"/>
                </a:highlight>
                <a:latin typeface="Verdana"/>
                <a:ea typeface="Verdana"/>
                <a:cs typeface="Verdana"/>
                <a:sym typeface="Verdana"/>
              </a:rPr>
              <a:t>, </a:t>
            </a:r>
            <a:r>
              <a:rPr lang="en-US" sz="1400" b="1">
                <a:solidFill>
                  <a:schemeClr val="dk1"/>
                </a:solidFill>
                <a:highlight>
                  <a:srgbClr val="FFFFFF"/>
                </a:highlight>
                <a:latin typeface="Verdana"/>
                <a:ea typeface="Verdana"/>
                <a:cs typeface="Verdana"/>
                <a:sym typeface="Verdana"/>
              </a:rPr>
              <a:t>form validation</a:t>
            </a:r>
            <a:r>
              <a:rPr lang="en-US" sz="1400">
                <a:solidFill>
                  <a:schemeClr val="dk1"/>
                </a:solidFill>
                <a:highlight>
                  <a:srgbClr val="FFFFFF"/>
                </a:highlight>
                <a:latin typeface="Verdana"/>
                <a:ea typeface="Verdana"/>
                <a:cs typeface="Verdana"/>
                <a:sym typeface="Verdana"/>
              </a:rPr>
              <a:t>, or any </a:t>
            </a:r>
            <a:r>
              <a:rPr lang="en-US" sz="1400" b="1">
                <a:solidFill>
                  <a:schemeClr val="dk1"/>
                </a:solidFill>
                <a:highlight>
                  <a:srgbClr val="FFFFFF"/>
                </a:highlight>
                <a:latin typeface="Verdana"/>
                <a:ea typeface="Verdana"/>
                <a:cs typeface="Verdana"/>
                <a:sym typeface="Verdana"/>
              </a:rPr>
              <a:t>other components where pre-existing third-party libraries </a:t>
            </a:r>
            <a:r>
              <a:rPr lang="en-US" sz="1400">
                <a:solidFill>
                  <a:schemeClr val="dk1"/>
                </a:solidFill>
                <a:highlight>
                  <a:srgbClr val="FFFFFF"/>
                </a:highlight>
                <a:latin typeface="Verdana"/>
                <a:ea typeface="Verdana"/>
                <a:cs typeface="Verdana"/>
                <a:sym typeface="Verdana"/>
              </a:rPr>
              <a:t>provide common functions.</a:t>
            </a:r>
            <a:endParaRPr sz="1400">
              <a:solidFill>
                <a:schemeClr val="dk1"/>
              </a:solidFill>
              <a:highlight>
                <a:srgbClr val="FFFFFF"/>
              </a:highlight>
              <a:latin typeface="Verdana"/>
              <a:ea typeface="Verdana"/>
              <a:cs typeface="Verdana"/>
              <a:sym typeface="Verdana"/>
            </a:endParaRPr>
          </a:p>
          <a:p>
            <a:pPr marL="457200" lvl="0" indent="-317500" algn="l" rtl="0">
              <a:lnSpc>
                <a:spcPct val="115000"/>
              </a:lnSpc>
              <a:spcBef>
                <a:spcPts val="1000"/>
              </a:spcBef>
              <a:spcAft>
                <a:spcPts val="0"/>
              </a:spcAft>
              <a:buClr>
                <a:schemeClr val="dk1"/>
              </a:buClr>
              <a:buSzPts val="1400"/>
              <a:buFont typeface="Verdana"/>
              <a:buChar char="-"/>
            </a:pPr>
            <a:r>
              <a:rPr lang="en-US" sz="1400">
                <a:solidFill>
                  <a:schemeClr val="dk1"/>
                </a:solidFill>
                <a:highlight>
                  <a:srgbClr val="FFFFFF"/>
                </a:highlight>
                <a:latin typeface="Verdana"/>
                <a:ea typeface="Verdana"/>
                <a:cs typeface="Verdana"/>
                <a:sym typeface="Verdana"/>
              </a:rPr>
              <a:t>Flask supports</a:t>
            </a:r>
            <a:r>
              <a:rPr lang="en-US" sz="1400" b="1">
                <a:solidFill>
                  <a:schemeClr val="dk1"/>
                </a:solidFill>
                <a:highlight>
                  <a:srgbClr val="FFFFFF"/>
                </a:highlight>
                <a:latin typeface="Verdana"/>
                <a:ea typeface="Verdana"/>
                <a:cs typeface="Verdana"/>
                <a:sym typeface="Verdana"/>
              </a:rPr>
              <a:t> extensions that can add application features</a:t>
            </a:r>
            <a:r>
              <a:rPr lang="en-US" sz="1400">
                <a:solidFill>
                  <a:schemeClr val="dk1"/>
                </a:solidFill>
                <a:highlight>
                  <a:srgbClr val="FFFFFF"/>
                </a:highlight>
                <a:latin typeface="Verdana"/>
                <a:ea typeface="Verdana"/>
                <a:cs typeface="Verdana"/>
                <a:sym typeface="Verdana"/>
              </a:rPr>
              <a:t> as if they were implemented in Flask itself.</a:t>
            </a:r>
            <a:endParaRPr sz="1400">
              <a:solidFill>
                <a:schemeClr val="dk1"/>
              </a:solidFill>
              <a:highlight>
                <a:srgbClr val="FFFFFF"/>
              </a:highlight>
              <a:latin typeface="Verdana"/>
              <a:ea typeface="Verdana"/>
              <a:cs typeface="Verdana"/>
              <a:sym typeface="Verdana"/>
            </a:endParaRPr>
          </a:p>
          <a:p>
            <a:pPr marL="457200" lvl="0" indent="-317500" algn="l" rtl="0">
              <a:lnSpc>
                <a:spcPct val="115000"/>
              </a:lnSpc>
              <a:spcBef>
                <a:spcPts val="1000"/>
              </a:spcBef>
              <a:spcAft>
                <a:spcPts val="0"/>
              </a:spcAft>
              <a:buClr>
                <a:schemeClr val="dk1"/>
              </a:buClr>
              <a:buSzPts val="1400"/>
              <a:buFont typeface="Verdana"/>
              <a:buChar char="●"/>
            </a:pPr>
            <a:r>
              <a:rPr lang="en-US" sz="1400">
                <a:solidFill>
                  <a:schemeClr val="dk1"/>
                </a:solidFill>
                <a:highlight>
                  <a:srgbClr val="FFFFFF"/>
                </a:highlight>
                <a:latin typeface="Verdana"/>
                <a:ea typeface="Verdana"/>
                <a:cs typeface="Verdana"/>
                <a:sym typeface="Verdana"/>
              </a:rPr>
              <a:t>It is developed by </a:t>
            </a:r>
            <a:r>
              <a:rPr lang="en-US" sz="1400" b="1">
                <a:solidFill>
                  <a:schemeClr val="dk1"/>
                </a:solidFill>
                <a:highlight>
                  <a:srgbClr val="FFFFFF"/>
                </a:highlight>
                <a:latin typeface="Verdana"/>
                <a:ea typeface="Verdana"/>
                <a:cs typeface="Verdana"/>
                <a:sym typeface="Verdana"/>
              </a:rPr>
              <a:t>Armin Ronacher</a:t>
            </a:r>
            <a:r>
              <a:rPr lang="en-US" sz="1400">
                <a:solidFill>
                  <a:schemeClr val="dk1"/>
                </a:solidFill>
                <a:highlight>
                  <a:srgbClr val="FFFFFF"/>
                </a:highlight>
                <a:latin typeface="Verdana"/>
                <a:ea typeface="Verdana"/>
                <a:cs typeface="Verdana"/>
                <a:sym typeface="Verdana"/>
              </a:rPr>
              <a:t>, who leads an international group of Python enthusiasts named Pocco. </a:t>
            </a:r>
            <a:endParaRPr sz="1400">
              <a:solidFill>
                <a:schemeClr val="dk1"/>
              </a:solidFill>
              <a:highlight>
                <a:srgbClr val="FFFFFF"/>
              </a:highlight>
              <a:latin typeface="Verdana"/>
              <a:ea typeface="Verdana"/>
              <a:cs typeface="Verdana"/>
              <a:sym typeface="Verdana"/>
            </a:endParaRPr>
          </a:p>
          <a:p>
            <a:pPr marL="457200" lvl="0" indent="-317500" algn="l" rtl="0">
              <a:lnSpc>
                <a:spcPct val="115000"/>
              </a:lnSpc>
              <a:spcBef>
                <a:spcPts val="1000"/>
              </a:spcBef>
              <a:spcAft>
                <a:spcPts val="0"/>
              </a:spcAft>
              <a:buClr>
                <a:schemeClr val="dk1"/>
              </a:buClr>
              <a:buSzPts val="1400"/>
              <a:buFont typeface="Verdana"/>
              <a:buChar char="●"/>
            </a:pPr>
            <a:r>
              <a:rPr lang="en-US" sz="1400">
                <a:solidFill>
                  <a:schemeClr val="dk1"/>
                </a:solidFill>
                <a:highlight>
                  <a:srgbClr val="FFFFFF"/>
                </a:highlight>
                <a:latin typeface="Verdana"/>
                <a:ea typeface="Verdana"/>
                <a:cs typeface="Verdana"/>
                <a:sym typeface="Verdana"/>
              </a:rPr>
              <a:t>Flask is based on the </a:t>
            </a:r>
            <a:r>
              <a:rPr lang="en-US" sz="1400" b="1">
                <a:solidFill>
                  <a:schemeClr val="dk1"/>
                </a:solidFill>
                <a:highlight>
                  <a:srgbClr val="FFFFFF"/>
                </a:highlight>
                <a:latin typeface="Verdana"/>
                <a:ea typeface="Verdana"/>
                <a:cs typeface="Verdana"/>
                <a:sym typeface="Verdana"/>
              </a:rPr>
              <a:t>Werkzeug WSGI</a:t>
            </a:r>
            <a:r>
              <a:rPr lang="en-US" sz="1400">
                <a:solidFill>
                  <a:schemeClr val="dk1"/>
                </a:solidFill>
                <a:highlight>
                  <a:srgbClr val="FFFFFF"/>
                </a:highlight>
                <a:latin typeface="Verdana"/>
                <a:ea typeface="Verdana"/>
                <a:cs typeface="Verdana"/>
                <a:sym typeface="Verdana"/>
              </a:rPr>
              <a:t> toolkit and </a:t>
            </a:r>
            <a:r>
              <a:rPr lang="en-US" sz="1400" b="1">
                <a:solidFill>
                  <a:schemeClr val="dk1"/>
                </a:solidFill>
                <a:highlight>
                  <a:srgbClr val="FFFFFF"/>
                </a:highlight>
                <a:latin typeface="Verdana"/>
                <a:ea typeface="Verdana"/>
                <a:cs typeface="Verdana"/>
                <a:sym typeface="Verdana"/>
              </a:rPr>
              <a:t>Jinja2 template engine.</a:t>
            </a:r>
            <a:endParaRPr sz="1400" b="1">
              <a:solidFill>
                <a:schemeClr val="dk1"/>
              </a:solidFill>
              <a:highlight>
                <a:srgbClr val="FFFFFF"/>
              </a:highlight>
              <a:latin typeface="Verdana"/>
              <a:ea typeface="Verdana"/>
              <a:cs typeface="Verdana"/>
              <a:sym typeface="Verdana"/>
            </a:endParaRPr>
          </a:p>
          <a:p>
            <a:pPr marL="0" lvl="0" indent="0" algn="l" rtl="0">
              <a:lnSpc>
                <a:spcPct val="120000"/>
              </a:lnSpc>
              <a:spcBef>
                <a:spcPts val="1000"/>
              </a:spcBef>
              <a:spcAft>
                <a:spcPts val="0"/>
              </a:spcAft>
              <a:buSzPts val="1946"/>
              <a:buNone/>
            </a:pPr>
            <a:endParaRPr sz="1400" b="1">
              <a:solidFill>
                <a:schemeClr val="dk1"/>
              </a:solidFill>
              <a:highlight>
                <a:srgbClr val="FFFFFF"/>
              </a:highlight>
              <a:latin typeface="Verdana"/>
              <a:ea typeface="Verdana"/>
              <a:cs typeface="Verdana"/>
              <a:sym typeface="Verdan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g2cb853129ed_0_6"/>
          <p:cNvSpPr txBox="1">
            <a:spLocks noGrp="1"/>
          </p:cNvSpPr>
          <p:nvPr>
            <p:ph type="title"/>
          </p:nvPr>
        </p:nvSpPr>
        <p:spPr>
          <a:xfrm>
            <a:off x="311700" y="2008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US"/>
              <a:t>Advantages of Flask</a:t>
            </a:r>
            <a:endParaRPr/>
          </a:p>
        </p:txBody>
      </p:sp>
      <p:sp>
        <p:nvSpPr>
          <p:cNvPr id="67" name="Google Shape;67;g2cb853129ed_0_6"/>
          <p:cNvSpPr txBox="1">
            <a:spLocks noGrp="1"/>
          </p:cNvSpPr>
          <p:nvPr>
            <p:ph type="body" idx="1"/>
          </p:nvPr>
        </p:nvSpPr>
        <p:spPr>
          <a:xfrm>
            <a:off x="311700" y="925925"/>
            <a:ext cx="8520600" cy="3953100"/>
          </a:xfrm>
          <a:prstGeom prst="rect">
            <a:avLst/>
          </a:prstGeom>
        </p:spPr>
        <p:txBody>
          <a:bodyPr spcFirstLastPara="1" wrap="square" lIns="91425" tIns="91425" rIns="91425" bIns="91425" anchor="t" anchorCtr="0">
            <a:noAutofit/>
          </a:bodyPr>
          <a:lstStyle/>
          <a:p>
            <a:pPr marL="0" lvl="0" indent="0" algn="l" rtl="0">
              <a:lnSpc>
                <a:spcPct val="105000"/>
              </a:lnSpc>
              <a:spcBef>
                <a:spcPts val="0"/>
              </a:spcBef>
              <a:spcAft>
                <a:spcPts val="0"/>
              </a:spcAft>
              <a:buClr>
                <a:schemeClr val="dk1"/>
              </a:buClr>
              <a:buSzPts val="770"/>
              <a:buFont typeface="Arial"/>
              <a:buNone/>
            </a:pPr>
            <a:r>
              <a:rPr lang="en-US" sz="1360" b="1"/>
              <a:t>Simplicity: </a:t>
            </a:r>
            <a:r>
              <a:rPr lang="en-US" sz="1360"/>
              <a:t>Flask’s design philosophy emphasizes simplicity, which makes it easy for developers at any level to understand and use. This also means that developers have a very minimal learning curve, since they only need to learn a few concepts and APIs to get started building web applications.</a:t>
            </a:r>
            <a:endParaRPr sz="1360"/>
          </a:p>
          <a:p>
            <a:pPr marL="0" lvl="0" indent="0" algn="l" rtl="0">
              <a:lnSpc>
                <a:spcPct val="105000"/>
              </a:lnSpc>
              <a:spcBef>
                <a:spcPts val="0"/>
              </a:spcBef>
              <a:spcAft>
                <a:spcPts val="0"/>
              </a:spcAft>
              <a:buClr>
                <a:schemeClr val="dk1"/>
              </a:buClr>
              <a:buSzPts val="770"/>
              <a:buFont typeface="Arial"/>
              <a:buNone/>
            </a:pPr>
            <a:endParaRPr sz="1360"/>
          </a:p>
          <a:p>
            <a:pPr marL="0" lvl="0" indent="0" algn="l" rtl="0">
              <a:lnSpc>
                <a:spcPct val="105000"/>
              </a:lnSpc>
              <a:spcBef>
                <a:spcPts val="0"/>
              </a:spcBef>
              <a:spcAft>
                <a:spcPts val="0"/>
              </a:spcAft>
              <a:buClr>
                <a:schemeClr val="dk1"/>
              </a:buClr>
              <a:buSzPts val="770"/>
              <a:buFont typeface="Arial"/>
              <a:buNone/>
            </a:pPr>
            <a:r>
              <a:rPr lang="en-US" sz="1360" b="1"/>
              <a:t>Flexibility: </a:t>
            </a:r>
            <a:r>
              <a:rPr lang="en-US" sz="1360"/>
              <a:t>The micro nature of Flask — providing only the core features of a web framework — gives developers the power to customize and extend it to suit their requirements using Flask extensions or third-party libraries.</a:t>
            </a:r>
            <a:endParaRPr sz="1360"/>
          </a:p>
          <a:p>
            <a:pPr marL="0" lvl="0" indent="0" algn="l" rtl="0">
              <a:lnSpc>
                <a:spcPct val="105000"/>
              </a:lnSpc>
              <a:spcBef>
                <a:spcPts val="0"/>
              </a:spcBef>
              <a:spcAft>
                <a:spcPts val="0"/>
              </a:spcAft>
              <a:buClr>
                <a:schemeClr val="dk1"/>
              </a:buClr>
              <a:buSzPts val="770"/>
              <a:buFont typeface="Arial"/>
              <a:buNone/>
            </a:pPr>
            <a:endParaRPr sz="1360"/>
          </a:p>
          <a:p>
            <a:pPr marL="0" lvl="0" indent="0" algn="l" rtl="0">
              <a:lnSpc>
                <a:spcPct val="105000"/>
              </a:lnSpc>
              <a:spcBef>
                <a:spcPts val="0"/>
              </a:spcBef>
              <a:spcAft>
                <a:spcPts val="0"/>
              </a:spcAft>
              <a:buClr>
                <a:schemeClr val="dk1"/>
              </a:buClr>
              <a:buSzPts val="770"/>
              <a:buFont typeface="Arial"/>
              <a:buNone/>
            </a:pPr>
            <a:r>
              <a:rPr lang="en-US" sz="1360" b="1"/>
              <a:t>Documentation : </a:t>
            </a:r>
            <a:r>
              <a:rPr lang="en-US" sz="1360"/>
              <a:t>The Flask documentation is very comprehensive, with good coverage of basic to advanced topics, making it very easy for developers to learn how to use the framework.</a:t>
            </a:r>
            <a:endParaRPr sz="1360"/>
          </a:p>
          <a:p>
            <a:pPr marL="0" lvl="0" indent="0" algn="l" rtl="0">
              <a:lnSpc>
                <a:spcPct val="105000"/>
              </a:lnSpc>
              <a:spcBef>
                <a:spcPts val="0"/>
              </a:spcBef>
              <a:spcAft>
                <a:spcPts val="0"/>
              </a:spcAft>
              <a:buClr>
                <a:schemeClr val="dk1"/>
              </a:buClr>
              <a:buSzPts val="770"/>
              <a:buFont typeface="Arial"/>
              <a:buNone/>
            </a:pPr>
            <a:endParaRPr sz="1360"/>
          </a:p>
          <a:p>
            <a:pPr marL="0" lvl="0" indent="0" algn="l" rtl="0">
              <a:lnSpc>
                <a:spcPct val="105000"/>
              </a:lnSpc>
              <a:spcBef>
                <a:spcPts val="0"/>
              </a:spcBef>
              <a:spcAft>
                <a:spcPts val="0"/>
              </a:spcAft>
              <a:buClr>
                <a:schemeClr val="dk1"/>
              </a:buClr>
              <a:buSzPts val="770"/>
              <a:buFont typeface="Arial"/>
              <a:buNone/>
            </a:pPr>
            <a:r>
              <a:rPr lang="en-US" sz="1360" b="1"/>
              <a:t>Compatibility: </a:t>
            </a:r>
            <a:r>
              <a:rPr lang="en-US" sz="1360"/>
              <a:t>Flask is compatible with a wide range of Python versions, which makes it easy to use with existing Python codebases. It also has support for multiple web servers, which makes it easy to deploy it on a variety of hosting platforms.</a:t>
            </a:r>
            <a:endParaRPr sz="1360"/>
          </a:p>
          <a:p>
            <a:pPr marL="0" lvl="0" indent="0" algn="l" rtl="0">
              <a:lnSpc>
                <a:spcPct val="105000"/>
              </a:lnSpc>
              <a:spcBef>
                <a:spcPts val="0"/>
              </a:spcBef>
              <a:spcAft>
                <a:spcPts val="0"/>
              </a:spcAft>
              <a:buClr>
                <a:schemeClr val="dk1"/>
              </a:buClr>
              <a:buSzPts val="770"/>
              <a:buFont typeface="Arial"/>
              <a:buNone/>
            </a:pPr>
            <a:endParaRPr sz="1360"/>
          </a:p>
          <a:p>
            <a:pPr marL="0" lvl="0" indent="0" algn="l" rtl="0">
              <a:lnSpc>
                <a:spcPct val="105000"/>
              </a:lnSpc>
              <a:spcBef>
                <a:spcPts val="0"/>
              </a:spcBef>
              <a:spcAft>
                <a:spcPts val="0"/>
              </a:spcAft>
              <a:buClr>
                <a:schemeClr val="dk1"/>
              </a:buClr>
              <a:buSzPts val="770"/>
              <a:buFont typeface="Arial"/>
              <a:buNone/>
            </a:pPr>
            <a:r>
              <a:rPr lang="en-US" sz="1360" b="1"/>
              <a:t>Quick development: </a:t>
            </a:r>
            <a:r>
              <a:rPr lang="en-US" sz="1360"/>
              <a:t> Flask’s simplicity and flexibility reduce the boilerplate needed to set up an application, allowing developers to get started quickly.</a:t>
            </a:r>
            <a:endParaRPr sz="1360"/>
          </a:p>
          <a:p>
            <a:pPr marL="0" lvl="0" indent="0" algn="l" rtl="0">
              <a:lnSpc>
                <a:spcPct val="105000"/>
              </a:lnSpc>
              <a:spcBef>
                <a:spcPts val="0"/>
              </a:spcBef>
              <a:spcAft>
                <a:spcPts val="0"/>
              </a:spcAft>
              <a:buSzPts val="770"/>
              <a:buNone/>
            </a:pPr>
            <a:endParaRPr sz="136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g2cb853129ed_0_12"/>
          <p:cNvSpPr txBox="1">
            <a:spLocks noGrp="1"/>
          </p:cNvSpPr>
          <p:nvPr>
            <p:ph type="title"/>
          </p:nvPr>
        </p:nvSpPr>
        <p:spPr>
          <a:xfrm>
            <a:off x="311700" y="322925"/>
            <a:ext cx="8520600" cy="572700"/>
          </a:xfrm>
          <a:prstGeom prst="rect">
            <a:avLst/>
          </a:prstGeom>
        </p:spPr>
        <p:txBody>
          <a:bodyPr spcFirstLastPara="1" wrap="square" lIns="91425" tIns="91425" rIns="91425" bIns="91425" anchor="t" anchorCtr="0">
            <a:normAutofit fontScale="90000"/>
          </a:bodyPr>
          <a:lstStyle/>
          <a:p>
            <a:pPr marL="0" lvl="0" indent="0" algn="ctr" rtl="0">
              <a:lnSpc>
                <a:spcPct val="116666"/>
              </a:lnSpc>
              <a:spcBef>
                <a:spcPts val="1800"/>
              </a:spcBef>
              <a:spcAft>
                <a:spcPts val="0"/>
              </a:spcAft>
              <a:buClr>
                <a:schemeClr val="dk1"/>
              </a:buClr>
              <a:buSzPct val="40740"/>
              <a:buFont typeface="Arial"/>
              <a:buNone/>
            </a:pPr>
            <a:r>
              <a:rPr lang="en-US" sz="2700" b="1">
                <a:solidFill>
                  <a:srgbClr val="1C2024"/>
                </a:solidFill>
              </a:rPr>
              <a:t>When Not To Use Flask</a:t>
            </a:r>
            <a:endParaRPr sz="2700" b="1">
              <a:solidFill>
                <a:srgbClr val="1C2024"/>
              </a:solidFill>
            </a:endParaRPr>
          </a:p>
          <a:p>
            <a:pPr marL="0" lvl="0" indent="0" algn="l" rtl="0">
              <a:spcBef>
                <a:spcPts val="400"/>
              </a:spcBef>
              <a:spcAft>
                <a:spcPts val="0"/>
              </a:spcAft>
              <a:buNone/>
            </a:pPr>
            <a:endParaRPr/>
          </a:p>
        </p:txBody>
      </p:sp>
      <p:sp>
        <p:nvSpPr>
          <p:cNvPr id="73" name="Google Shape;73;g2cb853129ed_0_12"/>
          <p:cNvSpPr txBox="1">
            <a:spLocks noGrp="1"/>
          </p:cNvSpPr>
          <p:nvPr>
            <p:ph type="body" idx="1"/>
          </p:nvPr>
        </p:nvSpPr>
        <p:spPr>
          <a:xfrm>
            <a:off x="311700" y="1060900"/>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600" b="1">
                <a:solidFill>
                  <a:srgbClr val="1C2024"/>
                </a:solidFill>
              </a:rPr>
              <a:t>Projects that require built-in functionality.</a:t>
            </a:r>
            <a:r>
              <a:rPr lang="en-US" sz="1600">
                <a:solidFill>
                  <a:srgbClr val="1C2024"/>
                </a:solidFill>
              </a:rPr>
              <a:t> Being a microframework, Flask only provides the core bits needed to create a web application. If a project requires, say, an admin interface, authentication, or an ORM, then </a:t>
            </a:r>
            <a:r>
              <a:rPr lang="en-US" sz="1600" u="sng">
                <a:solidFill>
                  <a:schemeClr val="hlink"/>
                </a:solidFill>
                <a:hlinkClick r:id="rId3"/>
              </a:rPr>
              <a:t>Django</a:t>
            </a:r>
            <a:r>
              <a:rPr lang="en-US" sz="1600">
                <a:solidFill>
                  <a:srgbClr val="1C2024"/>
                </a:solidFill>
              </a:rPr>
              <a:t> is a better option.</a:t>
            </a:r>
            <a:endParaRPr sz="1600">
              <a:solidFill>
                <a:srgbClr val="1C2024"/>
              </a:solidFill>
            </a:endParaRPr>
          </a:p>
          <a:p>
            <a:pPr marL="0" lvl="0" indent="0" algn="l" rtl="0">
              <a:spcBef>
                <a:spcPts val="0"/>
              </a:spcBef>
              <a:spcAft>
                <a:spcPts val="0"/>
              </a:spcAft>
              <a:buNone/>
            </a:pPr>
            <a:endParaRPr sz="1600">
              <a:solidFill>
                <a:srgbClr val="1C2024"/>
              </a:solidFill>
            </a:endParaRPr>
          </a:p>
          <a:p>
            <a:pPr marL="0" lvl="0" indent="0" algn="l" rtl="0">
              <a:spcBef>
                <a:spcPts val="0"/>
              </a:spcBef>
              <a:spcAft>
                <a:spcPts val="0"/>
              </a:spcAft>
              <a:buNone/>
            </a:pPr>
            <a:r>
              <a:rPr lang="en-US" sz="1600" b="1">
                <a:solidFill>
                  <a:srgbClr val="1C2024"/>
                </a:solidFill>
              </a:rPr>
              <a:t>Projects with strict security requirements. </a:t>
            </a:r>
            <a:r>
              <a:rPr lang="en-US" sz="1600">
                <a:solidFill>
                  <a:srgbClr val="1C2024"/>
                </a:solidFill>
              </a:rPr>
              <a:t>As Flask is a flexible framework, we have to rely on third-party extensions to implement some level of security in our apps. While this certainly works, it’s better to rely on a more battle-tested framework that takes a more secure approach, such as Tornado or Twisted.</a:t>
            </a:r>
            <a:endParaRPr sz="1600">
              <a:solidFill>
                <a:srgbClr val="1C2024"/>
              </a:solidFill>
            </a:endParaRPr>
          </a:p>
          <a:p>
            <a:pPr marL="0" lvl="0" indent="0" algn="l" rtl="0">
              <a:spcBef>
                <a:spcPts val="0"/>
              </a:spcBef>
              <a:spcAft>
                <a:spcPts val="0"/>
              </a:spcAft>
              <a:buNone/>
            </a:pPr>
            <a:endParaRPr sz="1600">
              <a:solidFill>
                <a:srgbClr val="1C2024"/>
              </a:solidFill>
            </a:endParaRPr>
          </a:p>
          <a:p>
            <a:pPr marL="0" lvl="0" indent="0" algn="l" rtl="0">
              <a:spcBef>
                <a:spcPts val="0"/>
              </a:spcBef>
              <a:spcAft>
                <a:spcPts val="0"/>
              </a:spcAft>
              <a:buNone/>
            </a:pPr>
            <a:r>
              <a:rPr lang="en-US" sz="1600" b="1">
                <a:solidFill>
                  <a:srgbClr val="1C2024"/>
                </a:solidFill>
              </a:rPr>
              <a:t>Projects that enforce some coding standard.</a:t>
            </a:r>
            <a:r>
              <a:rPr lang="en-US" sz="1600">
                <a:solidFill>
                  <a:srgbClr val="1C2024"/>
                </a:solidFill>
              </a:rPr>
              <a:t> Due to Flask’s flexibility, developing applications on it leaves developers to make apps in any way they see fit. However, frameworks like Django ensure that developers follow a particular convention, meaning that developers can move from one project to other easily.</a:t>
            </a:r>
            <a:endParaRPr sz="1600">
              <a:solidFill>
                <a:srgbClr val="1C2024"/>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g2cc0ac5c7ad_1_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a:t>Example Code</a:t>
            </a:r>
            <a:endParaRPr/>
          </a:p>
        </p:txBody>
      </p:sp>
      <p:sp>
        <p:nvSpPr>
          <p:cNvPr id="79" name="Google Shape;79;g2cc0ac5c7ad_1_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Clr>
                <a:schemeClr val="dk1"/>
              </a:buClr>
              <a:buSzPts val="1946"/>
              <a:buFont typeface="Arial"/>
              <a:buNone/>
            </a:pPr>
            <a:r>
              <a:rPr lang="en-US" sz="1100" b="1">
                <a:solidFill>
                  <a:schemeClr val="dk1"/>
                </a:solidFill>
                <a:highlight>
                  <a:schemeClr val="lt1"/>
                </a:highlight>
                <a:latin typeface="Verdana"/>
                <a:ea typeface="Verdana"/>
                <a:cs typeface="Verdana"/>
                <a:sym typeface="Verdana"/>
              </a:rPr>
              <a:t>from flask import Flask</a:t>
            </a:r>
            <a:endParaRPr sz="1100" b="1">
              <a:solidFill>
                <a:schemeClr val="dk1"/>
              </a:solidFill>
              <a:highlight>
                <a:schemeClr val="lt1"/>
              </a:highlight>
              <a:latin typeface="Verdana"/>
              <a:ea typeface="Verdana"/>
              <a:cs typeface="Verdana"/>
              <a:sym typeface="Verdana"/>
            </a:endParaRPr>
          </a:p>
          <a:p>
            <a:pPr marL="0" lvl="0" indent="0" algn="l" rtl="0">
              <a:lnSpc>
                <a:spcPct val="120000"/>
              </a:lnSpc>
              <a:spcBef>
                <a:spcPts val="1200"/>
              </a:spcBef>
              <a:spcAft>
                <a:spcPts val="0"/>
              </a:spcAft>
              <a:buClr>
                <a:schemeClr val="dk1"/>
              </a:buClr>
              <a:buSzPts val="1946"/>
              <a:buFont typeface="Arial"/>
              <a:buNone/>
            </a:pPr>
            <a:r>
              <a:rPr lang="en-US" sz="1100" b="1">
                <a:solidFill>
                  <a:schemeClr val="dk1"/>
                </a:solidFill>
                <a:highlight>
                  <a:schemeClr val="lt1"/>
                </a:highlight>
                <a:latin typeface="Verdana"/>
                <a:ea typeface="Verdana"/>
                <a:cs typeface="Verdana"/>
                <a:sym typeface="Verdana"/>
              </a:rPr>
              <a:t>app = Flask(__name__)</a:t>
            </a:r>
            <a:endParaRPr/>
          </a:p>
          <a:p>
            <a:pPr marL="0" lvl="0" indent="0" algn="l" rtl="0">
              <a:lnSpc>
                <a:spcPct val="120000"/>
              </a:lnSpc>
              <a:spcBef>
                <a:spcPts val="0"/>
              </a:spcBef>
              <a:spcAft>
                <a:spcPts val="0"/>
              </a:spcAft>
              <a:buClr>
                <a:schemeClr val="dk1"/>
              </a:buClr>
              <a:buSzPts val="1946"/>
              <a:buFont typeface="Arial"/>
              <a:buNone/>
            </a:pPr>
            <a:endParaRPr sz="1100" b="1">
              <a:solidFill>
                <a:schemeClr val="dk1"/>
              </a:solidFill>
              <a:highlight>
                <a:schemeClr val="lt1"/>
              </a:highlight>
              <a:latin typeface="Verdana"/>
              <a:ea typeface="Verdana"/>
              <a:cs typeface="Verdana"/>
              <a:sym typeface="Verdana"/>
            </a:endParaRPr>
          </a:p>
          <a:p>
            <a:pPr marL="0" lvl="0" indent="0" algn="l" rtl="0">
              <a:lnSpc>
                <a:spcPct val="120000"/>
              </a:lnSpc>
              <a:spcBef>
                <a:spcPts val="0"/>
              </a:spcBef>
              <a:spcAft>
                <a:spcPts val="0"/>
              </a:spcAft>
              <a:buClr>
                <a:schemeClr val="dk1"/>
              </a:buClr>
              <a:buSzPts val="1946"/>
              <a:buFont typeface="Arial"/>
              <a:buNone/>
            </a:pPr>
            <a:r>
              <a:rPr lang="en-US" sz="1100" b="1">
                <a:solidFill>
                  <a:schemeClr val="dk1"/>
                </a:solidFill>
                <a:highlight>
                  <a:schemeClr val="lt1"/>
                </a:highlight>
                <a:latin typeface="Verdana"/>
                <a:ea typeface="Verdana"/>
                <a:cs typeface="Verdana"/>
                <a:sym typeface="Verdana"/>
              </a:rPr>
              <a:t>@app.route('/')</a:t>
            </a:r>
            <a:endParaRPr/>
          </a:p>
          <a:p>
            <a:pPr marL="0" lvl="0" indent="0" algn="l" rtl="0">
              <a:lnSpc>
                <a:spcPct val="120000"/>
              </a:lnSpc>
              <a:spcBef>
                <a:spcPts val="0"/>
              </a:spcBef>
              <a:spcAft>
                <a:spcPts val="0"/>
              </a:spcAft>
              <a:buClr>
                <a:schemeClr val="dk1"/>
              </a:buClr>
              <a:buSzPts val="1946"/>
              <a:buFont typeface="Arial"/>
              <a:buNone/>
            </a:pPr>
            <a:r>
              <a:rPr lang="en-US" sz="1100" b="1">
                <a:solidFill>
                  <a:schemeClr val="dk1"/>
                </a:solidFill>
                <a:highlight>
                  <a:schemeClr val="lt1"/>
                </a:highlight>
                <a:latin typeface="Verdana"/>
                <a:ea typeface="Verdana"/>
                <a:cs typeface="Verdana"/>
                <a:sym typeface="Verdana"/>
              </a:rPr>
              <a:t>def index():</a:t>
            </a:r>
            <a:endParaRPr/>
          </a:p>
          <a:p>
            <a:pPr marL="0" lvl="0" indent="0" algn="l" rtl="0">
              <a:lnSpc>
                <a:spcPct val="120000"/>
              </a:lnSpc>
              <a:spcBef>
                <a:spcPts val="0"/>
              </a:spcBef>
              <a:spcAft>
                <a:spcPts val="0"/>
              </a:spcAft>
              <a:buClr>
                <a:schemeClr val="dk1"/>
              </a:buClr>
              <a:buSzPts val="1946"/>
              <a:buFont typeface="Arial"/>
              <a:buNone/>
            </a:pPr>
            <a:r>
              <a:rPr lang="en-US" sz="1100" b="1">
                <a:solidFill>
                  <a:schemeClr val="dk1"/>
                </a:solidFill>
                <a:highlight>
                  <a:schemeClr val="lt1"/>
                </a:highlight>
                <a:latin typeface="Verdana"/>
                <a:ea typeface="Verdana"/>
                <a:cs typeface="Verdana"/>
                <a:sym typeface="Verdana"/>
              </a:rPr>
              <a:t> return "This is a basic flask application"</a:t>
            </a:r>
            <a:endParaRPr/>
          </a:p>
          <a:p>
            <a:pPr marL="0" lvl="0" indent="0" algn="l" rtl="0">
              <a:lnSpc>
                <a:spcPct val="120000"/>
              </a:lnSpc>
              <a:spcBef>
                <a:spcPts val="0"/>
              </a:spcBef>
              <a:spcAft>
                <a:spcPts val="0"/>
              </a:spcAft>
              <a:buClr>
                <a:schemeClr val="dk1"/>
              </a:buClr>
              <a:buSzPts val="1946"/>
              <a:buFont typeface="Arial"/>
              <a:buNone/>
            </a:pPr>
            <a:endParaRPr sz="1100" b="1">
              <a:solidFill>
                <a:schemeClr val="dk1"/>
              </a:solidFill>
              <a:highlight>
                <a:schemeClr val="lt1"/>
              </a:highlight>
              <a:latin typeface="Verdana"/>
              <a:ea typeface="Verdana"/>
              <a:cs typeface="Verdana"/>
              <a:sym typeface="Verdana"/>
            </a:endParaRPr>
          </a:p>
          <a:p>
            <a:pPr marL="0" lvl="0" indent="0" algn="l" rtl="0">
              <a:lnSpc>
                <a:spcPct val="120000"/>
              </a:lnSpc>
              <a:spcBef>
                <a:spcPts val="0"/>
              </a:spcBef>
              <a:spcAft>
                <a:spcPts val="0"/>
              </a:spcAft>
              <a:buClr>
                <a:schemeClr val="dk1"/>
              </a:buClr>
              <a:buSzPts val="1946"/>
              <a:buFont typeface="Arial"/>
              <a:buNone/>
            </a:pPr>
            <a:r>
              <a:rPr lang="en-US" sz="1100" b="1">
                <a:solidFill>
                  <a:schemeClr val="dk1"/>
                </a:solidFill>
                <a:highlight>
                  <a:schemeClr val="lt1"/>
                </a:highlight>
                <a:latin typeface="Verdana"/>
                <a:ea typeface="Verdana"/>
                <a:cs typeface="Verdana"/>
                <a:sym typeface="Verdana"/>
              </a:rPr>
              <a:t>if __name__ == '__main__':</a:t>
            </a:r>
            <a:endParaRPr/>
          </a:p>
          <a:p>
            <a:pPr marL="0" lvl="0" indent="0" algn="l" rtl="0">
              <a:lnSpc>
                <a:spcPct val="120000"/>
              </a:lnSpc>
              <a:spcBef>
                <a:spcPts val="0"/>
              </a:spcBef>
              <a:spcAft>
                <a:spcPts val="0"/>
              </a:spcAft>
              <a:buClr>
                <a:schemeClr val="dk1"/>
              </a:buClr>
              <a:buSzPts val="1946"/>
              <a:buFont typeface="Arial"/>
              <a:buNone/>
            </a:pPr>
            <a:r>
              <a:rPr lang="en-US" sz="1100" b="1">
                <a:solidFill>
                  <a:schemeClr val="dk1"/>
                </a:solidFill>
                <a:highlight>
                  <a:schemeClr val="lt1"/>
                </a:highlight>
                <a:latin typeface="Verdana"/>
                <a:ea typeface="Verdana"/>
                <a:cs typeface="Verdana"/>
                <a:sym typeface="Verdana"/>
              </a:rPr>
              <a:t> app.run(debug=True)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3"/>
          <p:cNvSpPr txBox="1">
            <a:spLocks noGrp="1"/>
          </p:cNvSpPr>
          <p:nvPr>
            <p:ph type="title"/>
          </p:nvPr>
        </p:nvSpPr>
        <p:spPr>
          <a:xfrm>
            <a:off x="311700" y="201744"/>
            <a:ext cx="8520600" cy="5727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US" b="1"/>
              <a:t>Routing</a:t>
            </a:r>
            <a:endParaRPr b="1"/>
          </a:p>
        </p:txBody>
      </p:sp>
      <p:sp>
        <p:nvSpPr>
          <p:cNvPr id="85" name="Google Shape;85;p3"/>
          <p:cNvSpPr txBox="1">
            <a:spLocks noGrp="1"/>
          </p:cNvSpPr>
          <p:nvPr>
            <p:ph type="body" idx="1"/>
          </p:nvPr>
        </p:nvSpPr>
        <p:spPr>
          <a:xfrm>
            <a:off x="311700" y="1152475"/>
            <a:ext cx="8520600" cy="3847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en-US" sz="1200">
                <a:solidFill>
                  <a:schemeClr val="dk1"/>
                </a:solidFill>
                <a:highlight>
                  <a:srgbClr val="FFFFFF"/>
                </a:highlight>
                <a:latin typeface="Arial"/>
                <a:ea typeface="Arial"/>
                <a:cs typeface="Arial"/>
                <a:sym typeface="Arial"/>
              </a:rPr>
              <a:t>The routing technique to help a user remember </a:t>
            </a:r>
            <a:r>
              <a:rPr lang="en-US" sz="1200" b="1">
                <a:solidFill>
                  <a:schemeClr val="dk1"/>
                </a:solidFill>
                <a:highlight>
                  <a:srgbClr val="FFFFFF"/>
                </a:highlight>
                <a:latin typeface="Arial"/>
                <a:ea typeface="Arial"/>
                <a:cs typeface="Arial"/>
                <a:sym typeface="Arial"/>
              </a:rPr>
              <a:t>application URLs.</a:t>
            </a:r>
            <a:r>
              <a:rPr lang="en-US" sz="1200">
                <a:solidFill>
                  <a:schemeClr val="dk1"/>
                </a:solidFill>
                <a:highlight>
                  <a:srgbClr val="FFFFFF"/>
                </a:highlight>
                <a:latin typeface="Arial"/>
                <a:ea typeface="Arial"/>
                <a:cs typeface="Arial"/>
                <a:sym typeface="Arial"/>
              </a:rPr>
              <a:t> </a:t>
            </a:r>
            <a:endParaRPr sz="1200">
              <a:solidFill>
                <a:schemeClr val="dk1"/>
              </a:solidFill>
              <a:highlight>
                <a:srgbClr val="FFFFFF"/>
              </a:highlight>
              <a:latin typeface="Arial"/>
              <a:ea typeface="Arial"/>
              <a:cs typeface="Arial"/>
              <a:sym typeface="Arial"/>
            </a:endParaRPr>
          </a:p>
          <a:p>
            <a:pPr marL="0" lvl="0" indent="0" algn="l" rtl="0">
              <a:lnSpc>
                <a:spcPct val="115000"/>
              </a:lnSpc>
              <a:spcBef>
                <a:spcPts val="1200"/>
              </a:spcBef>
              <a:spcAft>
                <a:spcPts val="0"/>
              </a:spcAft>
              <a:buSzPts val="1800"/>
              <a:buNone/>
            </a:pPr>
            <a:r>
              <a:rPr lang="en-US" sz="1200">
                <a:solidFill>
                  <a:schemeClr val="dk1"/>
                </a:solidFill>
                <a:highlight>
                  <a:srgbClr val="FFFFFF"/>
                </a:highlight>
                <a:latin typeface="Arial"/>
                <a:ea typeface="Arial"/>
                <a:cs typeface="Arial"/>
                <a:sym typeface="Arial"/>
              </a:rPr>
              <a:t>It is useful to access the </a:t>
            </a:r>
            <a:r>
              <a:rPr lang="en-US" sz="1200" b="1">
                <a:solidFill>
                  <a:schemeClr val="dk1"/>
                </a:solidFill>
                <a:highlight>
                  <a:srgbClr val="FFFFFF"/>
                </a:highlight>
                <a:latin typeface="Arial"/>
                <a:ea typeface="Arial"/>
                <a:cs typeface="Arial"/>
                <a:sym typeface="Arial"/>
              </a:rPr>
              <a:t>desired page directly </a:t>
            </a:r>
            <a:r>
              <a:rPr lang="en-US" sz="1200">
                <a:solidFill>
                  <a:schemeClr val="dk1"/>
                </a:solidFill>
                <a:highlight>
                  <a:srgbClr val="FFFFFF"/>
                </a:highlight>
                <a:latin typeface="Arial"/>
                <a:ea typeface="Arial"/>
                <a:cs typeface="Arial"/>
                <a:sym typeface="Arial"/>
              </a:rPr>
              <a:t>without having to</a:t>
            </a:r>
            <a:r>
              <a:rPr lang="en-US" sz="1200" b="1">
                <a:solidFill>
                  <a:schemeClr val="dk1"/>
                </a:solidFill>
                <a:highlight>
                  <a:srgbClr val="FFFFFF"/>
                </a:highlight>
                <a:latin typeface="Arial"/>
                <a:ea typeface="Arial"/>
                <a:cs typeface="Arial"/>
                <a:sym typeface="Arial"/>
              </a:rPr>
              <a:t> navigate from the home page</a:t>
            </a:r>
            <a:r>
              <a:rPr lang="en-US" sz="1200">
                <a:solidFill>
                  <a:schemeClr val="dk1"/>
                </a:solidFill>
                <a:highlight>
                  <a:srgbClr val="FFFFFF"/>
                </a:highlight>
                <a:latin typeface="Arial"/>
                <a:ea typeface="Arial"/>
                <a:cs typeface="Arial"/>
                <a:sym typeface="Arial"/>
              </a:rPr>
              <a:t>.</a:t>
            </a:r>
            <a:endParaRPr sz="1200">
              <a:solidFill>
                <a:schemeClr val="dk1"/>
              </a:solidFill>
              <a:highlight>
                <a:srgbClr val="FFFFFF"/>
              </a:highlight>
              <a:latin typeface="Arial"/>
              <a:ea typeface="Arial"/>
              <a:cs typeface="Arial"/>
              <a:sym typeface="Arial"/>
            </a:endParaRPr>
          </a:p>
          <a:p>
            <a:pPr marL="0" lvl="0" indent="0" algn="l" rtl="0">
              <a:lnSpc>
                <a:spcPct val="115000"/>
              </a:lnSpc>
              <a:spcBef>
                <a:spcPts val="1200"/>
              </a:spcBef>
              <a:spcAft>
                <a:spcPts val="0"/>
              </a:spcAft>
              <a:buSzPts val="1800"/>
              <a:buNone/>
            </a:pPr>
            <a:r>
              <a:rPr lang="en-US" sz="1200">
                <a:solidFill>
                  <a:schemeClr val="dk1"/>
                </a:solidFill>
                <a:highlight>
                  <a:srgbClr val="FFFFFF"/>
                </a:highlight>
                <a:latin typeface="Arial"/>
                <a:ea typeface="Arial"/>
                <a:cs typeface="Arial"/>
                <a:sym typeface="Arial"/>
              </a:rPr>
              <a:t>The </a:t>
            </a:r>
            <a:r>
              <a:rPr lang="en-US" sz="1200" b="1">
                <a:solidFill>
                  <a:schemeClr val="dk1"/>
                </a:solidFill>
                <a:highlight>
                  <a:srgbClr val="FFFFFF"/>
                </a:highlight>
                <a:latin typeface="Arial"/>
                <a:ea typeface="Arial"/>
                <a:cs typeface="Arial"/>
                <a:sym typeface="Arial"/>
              </a:rPr>
              <a:t>route()</a:t>
            </a:r>
            <a:r>
              <a:rPr lang="en-US" sz="1200">
                <a:solidFill>
                  <a:schemeClr val="dk1"/>
                </a:solidFill>
                <a:highlight>
                  <a:srgbClr val="FFFFFF"/>
                </a:highlight>
                <a:latin typeface="Arial"/>
                <a:ea typeface="Arial"/>
                <a:cs typeface="Arial"/>
                <a:sym typeface="Arial"/>
              </a:rPr>
              <a:t> decorator in Flask is used to </a:t>
            </a:r>
            <a:r>
              <a:rPr lang="en-US" sz="1200" b="1">
                <a:solidFill>
                  <a:schemeClr val="dk1"/>
                </a:solidFill>
                <a:highlight>
                  <a:srgbClr val="FFFFFF"/>
                </a:highlight>
                <a:latin typeface="Arial"/>
                <a:ea typeface="Arial"/>
                <a:cs typeface="Arial"/>
                <a:sym typeface="Arial"/>
              </a:rPr>
              <a:t>bind URL to a function.</a:t>
            </a:r>
            <a:r>
              <a:rPr lang="en-US" sz="1200">
                <a:solidFill>
                  <a:schemeClr val="dk1"/>
                </a:solidFill>
                <a:highlight>
                  <a:srgbClr val="FFFFFF"/>
                </a:highlight>
                <a:latin typeface="Arial"/>
                <a:ea typeface="Arial"/>
                <a:cs typeface="Arial"/>
                <a:sym typeface="Arial"/>
              </a:rPr>
              <a:t> </a:t>
            </a:r>
            <a:endParaRPr sz="1200">
              <a:solidFill>
                <a:schemeClr val="dk1"/>
              </a:solidFill>
              <a:highlight>
                <a:srgbClr val="FFFFFF"/>
              </a:highlight>
              <a:latin typeface="Arial"/>
              <a:ea typeface="Arial"/>
              <a:cs typeface="Arial"/>
              <a:sym typeface="Arial"/>
            </a:endParaRPr>
          </a:p>
          <a:p>
            <a:pPr marL="0" lvl="0" indent="0" algn="l" rtl="0">
              <a:lnSpc>
                <a:spcPct val="100000"/>
              </a:lnSpc>
              <a:spcBef>
                <a:spcPts val="1200"/>
              </a:spcBef>
              <a:spcAft>
                <a:spcPts val="0"/>
              </a:spcAft>
              <a:buSzPts val="1800"/>
              <a:buNone/>
            </a:pPr>
            <a:r>
              <a:rPr lang="en-US" sz="1200">
                <a:solidFill>
                  <a:schemeClr val="dk1"/>
                </a:solidFill>
                <a:latin typeface="Arial"/>
                <a:ea typeface="Arial"/>
                <a:cs typeface="Arial"/>
                <a:sym typeface="Arial"/>
              </a:rPr>
              <a:t>Syntax: app.route(rule, options)</a:t>
            </a:r>
            <a:endParaRPr sz="1200">
              <a:solidFill>
                <a:schemeClr val="dk1"/>
              </a:solidFill>
              <a:latin typeface="Arial"/>
              <a:ea typeface="Arial"/>
              <a:cs typeface="Arial"/>
              <a:sym typeface="Arial"/>
            </a:endParaRPr>
          </a:p>
          <a:p>
            <a:pPr marL="139700" marR="139700" lvl="0" indent="0" algn="l" rtl="0">
              <a:lnSpc>
                <a:spcPct val="100000"/>
              </a:lnSpc>
              <a:spcBef>
                <a:spcPts val="0"/>
              </a:spcBef>
              <a:spcAft>
                <a:spcPts val="0"/>
              </a:spcAft>
              <a:buClr>
                <a:schemeClr val="dk1"/>
              </a:buClr>
              <a:buSzPts val="1100"/>
              <a:buFont typeface="Arial"/>
              <a:buNone/>
            </a:pPr>
            <a:endParaRPr sz="1200">
              <a:solidFill>
                <a:schemeClr val="dk1"/>
              </a:solidFill>
              <a:latin typeface="Arial"/>
              <a:ea typeface="Arial"/>
              <a:cs typeface="Arial"/>
              <a:sym typeface="Arial"/>
            </a:endParaRPr>
          </a:p>
          <a:p>
            <a:pPr marL="457200" lvl="0" indent="-228600" algn="just" rtl="0">
              <a:lnSpc>
                <a:spcPct val="100000"/>
              </a:lnSpc>
              <a:spcBef>
                <a:spcPts val="0"/>
              </a:spcBef>
              <a:spcAft>
                <a:spcPts val="0"/>
              </a:spcAft>
              <a:buClr>
                <a:schemeClr val="dk1"/>
              </a:buClr>
              <a:buSzPts val="1100"/>
              <a:buFont typeface="Verdana"/>
              <a:buNone/>
            </a:pPr>
            <a:r>
              <a:rPr lang="en-US" sz="1200">
                <a:solidFill>
                  <a:schemeClr val="dk1"/>
                </a:solidFill>
                <a:latin typeface="Arial"/>
                <a:ea typeface="Arial"/>
                <a:cs typeface="Arial"/>
                <a:sym typeface="Arial"/>
              </a:rPr>
              <a:t>The </a:t>
            </a:r>
            <a:r>
              <a:rPr lang="en-US" sz="1200" b="1">
                <a:solidFill>
                  <a:schemeClr val="dk1"/>
                </a:solidFill>
                <a:latin typeface="Arial"/>
                <a:ea typeface="Arial"/>
                <a:cs typeface="Arial"/>
                <a:sym typeface="Arial"/>
              </a:rPr>
              <a:t>rule</a:t>
            </a:r>
            <a:r>
              <a:rPr lang="en-US" sz="1200">
                <a:solidFill>
                  <a:schemeClr val="dk1"/>
                </a:solidFill>
                <a:latin typeface="Arial"/>
                <a:ea typeface="Arial"/>
                <a:cs typeface="Arial"/>
                <a:sym typeface="Arial"/>
              </a:rPr>
              <a:t> parameter represents URL binding with the function.</a:t>
            </a:r>
            <a:endParaRPr sz="1200">
              <a:solidFill>
                <a:schemeClr val="dk1"/>
              </a:solidFill>
              <a:latin typeface="Arial"/>
              <a:ea typeface="Arial"/>
              <a:cs typeface="Arial"/>
              <a:sym typeface="Arial"/>
            </a:endParaRPr>
          </a:p>
          <a:p>
            <a:pPr marL="457200" lvl="0" indent="-228600" algn="just" rtl="0">
              <a:lnSpc>
                <a:spcPct val="100000"/>
              </a:lnSpc>
              <a:spcBef>
                <a:spcPts val="0"/>
              </a:spcBef>
              <a:spcAft>
                <a:spcPts val="0"/>
              </a:spcAft>
              <a:buClr>
                <a:schemeClr val="dk1"/>
              </a:buClr>
              <a:buSzPts val="1100"/>
              <a:buFont typeface="Verdana"/>
              <a:buNone/>
            </a:pPr>
            <a:r>
              <a:rPr lang="en-US" sz="1200">
                <a:solidFill>
                  <a:schemeClr val="dk1"/>
                </a:solidFill>
                <a:latin typeface="Arial"/>
                <a:ea typeface="Arial"/>
                <a:cs typeface="Arial"/>
                <a:sym typeface="Arial"/>
              </a:rPr>
              <a:t>The </a:t>
            </a:r>
            <a:r>
              <a:rPr lang="en-US" sz="1200" b="1">
                <a:solidFill>
                  <a:schemeClr val="dk1"/>
                </a:solidFill>
                <a:latin typeface="Arial"/>
                <a:ea typeface="Arial"/>
                <a:cs typeface="Arial"/>
                <a:sym typeface="Arial"/>
              </a:rPr>
              <a:t>options</a:t>
            </a:r>
            <a:r>
              <a:rPr lang="en-US" sz="1200">
                <a:solidFill>
                  <a:schemeClr val="dk1"/>
                </a:solidFill>
                <a:latin typeface="Arial"/>
                <a:ea typeface="Arial"/>
                <a:cs typeface="Arial"/>
                <a:sym typeface="Arial"/>
              </a:rPr>
              <a:t> is a list of parameters to be forwarded to the underlying Rule object.</a:t>
            </a:r>
            <a:endParaRPr sz="1200">
              <a:solidFill>
                <a:schemeClr val="dk1"/>
              </a:solidFill>
              <a:latin typeface="Arial"/>
              <a:ea typeface="Arial"/>
              <a:cs typeface="Arial"/>
              <a:sym typeface="Arial"/>
            </a:endParaRPr>
          </a:p>
          <a:p>
            <a:pPr marL="457200" lvl="0" indent="-228600" algn="just" rtl="0">
              <a:lnSpc>
                <a:spcPct val="100000"/>
              </a:lnSpc>
              <a:spcBef>
                <a:spcPts val="0"/>
              </a:spcBef>
              <a:spcAft>
                <a:spcPts val="0"/>
              </a:spcAft>
              <a:buClr>
                <a:schemeClr val="dk1"/>
              </a:buClr>
              <a:buSzPts val="1100"/>
              <a:buFont typeface="Verdana"/>
              <a:buNone/>
            </a:pPr>
            <a:endParaRPr sz="1200">
              <a:solidFill>
                <a:schemeClr val="dk1"/>
              </a:solidFill>
              <a:latin typeface="Verdana"/>
              <a:ea typeface="Verdana"/>
              <a:cs typeface="Verdana"/>
              <a:sym typeface="Verdana"/>
            </a:endParaRPr>
          </a:p>
          <a:p>
            <a:pPr marL="0" lvl="0" indent="0" algn="l" rtl="0">
              <a:lnSpc>
                <a:spcPct val="115000"/>
              </a:lnSpc>
              <a:spcBef>
                <a:spcPts val="1200"/>
              </a:spcBef>
              <a:spcAft>
                <a:spcPts val="0"/>
              </a:spcAft>
              <a:buSzPts val="1800"/>
              <a:buNone/>
            </a:pPr>
            <a:r>
              <a:rPr lang="en-US" sz="1200">
                <a:solidFill>
                  <a:srgbClr val="006666"/>
                </a:solidFill>
                <a:highlight>
                  <a:srgbClr val="EEEEEE"/>
                </a:highlight>
                <a:latin typeface="Courier New"/>
                <a:ea typeface="Courier New"/>
                <a:cs typeface="Courier New"/>
                <a:sym typeface="Courier New"/>
              </a:rPr>
              <a:t>@app</a:t>
            </a:r>
            <a:r>
              <a:rPr lang="en-US" sz="1200">
                <a:solidFill>
                  <a:srgbClr val="666600"/>
                </a:solidFill>
                <a:highlight>
                  <a:srgbClr val="EEEEEE"/>
                </a:highlight>
                <a:latin typeface="Courier New"/>
                <a:ea typeface="Courier New"/>
                <a:cs typeface="Courier New"/>
                <a:sym typeface="Courier New"/>
              </a:rPr>
              <a:t>.</a:t>
            </a:r>
            <a:r>
              <a:rPr lang="en-US" sz="1200">
                <a:solidFill>
                  <a:schemeClr val="dk1"/>
                </a:solidFill>
                <a:highlight>
                  <a:srgbClr val="EEEEEE"/>
                </a:highlight>
                <a:latin typeface="Courier New"/>
                <a:ea typeface="Courier New"/>
                <a:cs typeface="Courier New"/>
                <a:sym typeface="Courier New"/>
              </a:rPr>
              <a:t>route</a:t>
            </a:r>
            <a:r>
              <a:rPr lang="en-US" sz="1200">
                <a:solidFill>
                  <a:srgbClr val="666600"/>
                </a:solidFill>
                <a:highlight>
                  <a:srgbClr val="EEEEEE"/>
                </a:highlight>
                <a:latin typeface="Courier New"/>
                <a:ea typeface="Courier New"/>
                <a:cs typeface="Courier New"/>
                <a:sym typeface="Courier New"/>
              </a:rPr>
              <a:t>(‘/</a:t>
            </a:r>
            <a:r>
              <a:rPr lang="en-US" sz="1200">
                <a:solidFill>
                  <a:schemeClr val="dk1"/>
                </a:solidFill>
                <a:highlight>
                  <a:srgbClr val="EEEEEE"/>
                </a:highlight>
                <a:latin typeface="Courier New"/>
                <a:ea typeface="Courier New"/>
                <a:cs typeface="Courier New"/>
                <a:sym typeface="Courier New"/>
              </a:rPr>
              <a:t>hello</a:t>
            </a:r>
            <a:r>
              <a:rPr lang="en-US" sz="1200">
                <a:solidFill>
                  <a:srgbClr val="666600"/>
                </a:solidFill>
                <a:highlight>
                  <a:srgbClr val="EEEEEE"/>
                </a:highlight>
                <a:latin typeface="Courier New"/>
                <a:ea typeface="Courier New"/>
                <a:cs typeface="Courier New"/>
                <a:sym typeface="Courier New"/>
              </a:rPr>
              <a:t>’)</a:t>
            </a:r>
            <a:endParaRPr sz="1200">
              <a:solidFill>
                <a:schemeClr val="dk1"/>
              </a:solidFill>
              <a:highlight>
                <a:srgbClr val="EEEEEE"/>
              </a:highlight>
              <a:latin typeface="Courier New"/>
              <a:ea typeface="Courier New"/>
              <a:cs typeface="Courier New"/>
              <a:sym typeface="Courier New"/>
            </a:endParaRPr>
          </a:p>
          <a:p>
            <a:pPr marL="0" lvl="0" indent="0" algn="l" rtl="0">
              <a:lnSpc>
                <a:spcPct val="115000"/>
              </a:lnSpc>
              <a:spcBef>
                <a:spcPts val="1200"/>
              </a:spcBef>
              <a:spcAft>
                <a:spcPts val="0"/>
              </a:spcAft>
              <a:buSzPts val="1800"/>
              <a:buNone/>
            </a:pPr>
            <a:r>
              <a:rPr lang="en-US" sz="1200">
                <a:solidFill>
                  <a:srgbClr val="000088"/>
                </a:solidFill>
                <a:highlight>
                  <a:srgbClr val="EEEEEE"/>
                </a:highlight>
                <a:latin typeface="Courier New"/>
                <a:ea typeface="Courier New"/>
                <a:cs typeface="Courier New"/>
                <a:sym typeface="Courier New"/>
              </a:rPr>
              <a:t>def</a:t>
            </a:r>
            <a:r>
              <a:rPr lang="en-US" sz="1200">
                <a:solidFill>
                  <a:schemeClr val="dk1"/>
                </a:solidFill>
                <a:highlight>
                  <a:srgbClr val="EEEEEE"/>
                </a:highlight>
                <a:latin typeface="Courier New"/>
                <a:ea typeface="Courier New"/>
                <a:cs typeface="Courier New"/>
                <a:sym typeface="Courier New"/>
              </a:rPr>
              <a:t> hello_world</a:t>
            </a:r>
            <a:r>
              <a:rPr lang="en-US" sz="1200">
                <a:solidFill>
                  <a:srgbClr val="666600"/>
                </a:solidFill>
                <a:highlight>
                  <a:srgbClr val="EEEEEE"/>
                </a:highlight>
                <a:latin typeface="Courier New"/>
                <a:ea typeface="Courier New"/>
                <a:cs typeface="Courier New"/>
                <a:sym typeface="Courier New"/>
              </a:rPr>
              <a:t>():</a:t>
            </a:r>
            <a:endParaRPr sz="1200">
              <a:solidFill>
                <a:schemeClr val="dk1"/>
              </a:solidFill>
              <a:highlight>
                <a:srgbClr val="EEEEEE"/>
              </a:highlight>
              <a:latin typeface="Courier New"/>
              <a:ea typeface="Courier New"/>
              <a:cs typeface="Courier New"/>
              <a:sym typeface="Courier New"/>
            </a:endParaRPr>
          </a:p>
          <a:p>
            <a:pPr marL="25400" marR="25400" lvl="0" indent="0" algn="l" rtl="0">
              <a:lnSpc>
                <a:spcPct val="115000"/>
              </a:lnSpc>
              <a:spcBef>
                <a:spcPts val="1200"/>
              </a:spcBef>
              <a:spcAft>
                <a:spcPts val="0"/>
              </a:spcAft>
              <a:buClr>
                <a:schemeClr val="dk1"/>
              </a:buClr>
              <a:buSzPts val="1100"/>
              <a:buFont typeface="Arial"/>
              <a:buNone/>
            </a:pPr>
            <a:r>
              <a:rPr lang="en-US" sz="1200">
                <a:solidFill>
                  <a:schemeClr val="dk1"/>
                </a:solidFill>
                <a:highlight>
                  <a:srgbClr val="EEEEEE"/>
                </a:highlight>
                <a:latin typeface="Courier New"/>
                <a:ea typeface="Courier New"/>
                <a:cs typeface="Courier New"/>
                <a:sym typeface="Courier New"/>
              </a:rPr>
              <a:t>   </a:t>
            </a:r>
            <a:r>
              <a:rPr lang="en-US" sz="1200">
                <a:solidFill>
                  <a:srgbClr val="000088"/>
                </a:solidFill>
                <a:highlight>
                  <a:srgbClr val="EEEEEE"/>
                </a:highlight>
                <a:latin typeface="Courier New"/>
                <a:ea typeface="Courier New"/>
                <a:cs typeface="Courier New"/>
                <a:sym typeface="Courier New"/>
              </a:rPr>
              <a:t>return</a:t>
            </a:r>
            <a:r>
              <a:rPr lang="en-US" sz="1200">
                <a:solidFill>
                  <a:schemeClr val="dk1"/>
                </a:solidFill>
                <a:highlight>
                  <a:srgbClr val="EEEEEE"/>
                </a:highlight>
                <a:latin typeface="Courier New"/>
                <a:ea typeface="Courier New"/>
                <a:cs typeface="Courier New"/>
                <a:sym typeface="Courier New"/>
              </a:rPr>
              <a:t> </a:t>
            </a:r>
            <a:r>
              <a:rPr lang="en-US" sz="1200">
                <a:solidFill>
                  <a:srgbClr val="666600"/>
                </a:solidFill>
                <a:highlight>
                  <a:srgbClr val="EEEEEE"/>
                </a:highlight>
                <a:latin typeface="Courier New"/>
                <a:ea typeface="Courier New"/>
                <a:cs typeface="Courier New"/>
                <a:sym typeface="Courier New"/>
              </a:rPr>
              <a:t>‘</a:t>
            </a:r>
            <a:r>
              <a:rPr lang="en-US" sz="1200">
                <a:solidFill>
                  <a:schemeClr val="dk1"/>
                </a:solidFill>
                <a:highlight>
                  <a:srgbClr val="EEEEEE"/>
                </a:highlight>
                <a:latin typeface="Courier New"/>
                <a:ea typeface="Courier New"/>
                <a:cs typeface="Courier New"/>
                <a:sym typeface="Courier New"/>
              </a:rPr>
              <a:t>hello world</a:t>
            </a:r>
            <a:r>
              <a:rPr lang="en-US" sz="1200">
                <a:solidFill>
                  <a:srgbClr val="666600"/>
                </a:solidFill>
                <a:highlight>
                  <a:srgbClr val="EEEEEE"/>
                </a:highlight>
                <a:latin typeface="Courier New"/>
                <a:ea typeface="Courier New"/>
                <a:cs typeface="Courier New"/>
                <a:sym typeface="Courier New"/>
              </a:rPr>
              <a:t>’</a:t>
            </a:r>
            <a:endParaRPr/>
          </a:p>
          <a:p>
            <a:pPr marL="0" lvl="0" indent="0" algn="l" rtl="0">
              <a:lnSpc>
                <a:spcPct val="115000"/>
              </a:lnSpc>
              <a:spcBef>
                <a:spcPts val="1200"/>
              </a:spcBef>
              <a:spcAft>
                <a:spcPts val="0"/>
              </a:spcAft>
              <a:buSzPts val="1800"/>
              <a:buNone/>
            </a:pPr>
            <a:r>
              <a:rPr lang="en-US" sz="1200">
                <a:solidFill>
                  <a:schemeClr val="dk1"/>
                </a:solidFill>
                <a:highlight>
                  <a:srgbClr val="FFFFFF"/>
                </a:highlight>
                <a:latin typeface="Arial"/>
                <a:ea typeface="Arial"/>
                <a:cs typeface="Arial"/>
                <a:sym typeface="Arial"/>
              </a:rPr>
              <a:t>URL </a:t>
            </a:r>
            <a:r>
              <a:rPr lang="en-US" sz="1200" b="1">
                <a:solidFill>
                  <a:schemeClr val="dk1"/>
                </a:solidFill>
                <a:highlight>
                  <a:srgbClr val="FFFFFF"/>
                </a:highlight>
                <a:latin typeface="Arial"/>
                <a:ea typeface="Arial"/>
                <a:cs typeface="Arial"/>
                <a:sym typeface="Arial"/>
              </a:rPr>
              <a:t>‘/hello’</a:t>
            </a:r>
            <a:r>
              <a:rPr lang="en-US" sz="1200">
                <a:solidFill>
                  <a:schemeClr val="dk1"/>
                </a:solidFill>
                <a:highlight>
                  <a:srgbClr val="FFFFFF"/>
                </a:highlight>
                <a:latin typeface="Arial"/>
                <a:ea typeface="Arial"/>
                <a:cs typeface="Arial"/>
                <a:sym typeface="Arial"/>
              </a:rPr>
              <a:t> rule is bound to the </a:t>
            </a:r>
            <a:r>
              <a:rPr lang="en-US" sz="1200" b="1">
                <a:solidFill>
                  <a:schemeClr val="dk1"/>
                </a:solidFill>
                <a:highlight>
                  <a:srgbClr val="FFFFFF"/>
                </a:highlight>
                <a:latin typeface="Arial"/>
                <a:ea typeface="Arial"/>
                <a:cs typeface="Arial"/>
                <a:sym typeface="Arial"/>
              </a:rPr>
              <a:t>hello_world()</a:t>
            </a:r>
            <a:r>
              <a:rPr lang="en-US" sz="1200">
                <a:solidFill>
                  <a:schemeClr val="dk1"/>
                </a:solidFill>
                <a:highlight>
                  <a:srgbClr val="FFFFFF"/>
                </a:highlight>
                <a:latin typeface="Arial"/>
                <a:ea typeface="Arial"/>
                <a:cs typeface="Arial"/>
                <a:sym typeface="Arial"/>
              </a:rPr>
              <a:t> function. </a:t>
            </a:r>
            <a:endParaRPr/>
          </a:p>
          <a:p>
            <a:pPr marL="0" lvl="0" indent="0" algn="l" rtl="0">
              <a:lnSpc>
                <a:spcPct val="115000"/>
              </a:lnSpc>
              <a:spcBef>
                <a:spcPts val="2400"/>
              </a:spcBef>
              <a:spcAft>
                <a:spcPts val="1200"/>
              </a:spcAft>
              <a:buSzPts val="1800"/>
              <a:buNone/>
            </a:pPr>
            <a:endParaRPr sz="1200">
              <a:solidFill>
                <a:schemeClr val="dk1"/>
              </a:solidFill>
              <a:highlight>
                <a:srgbClr val="FFFFFF"/>
              </a:highlight>
              <a:latin typeface="Verdana"/>
              <a:ea typeface="Verdana"/>
              <a:cs typeface="Verdana"/>
              <a:sym typeface="Verdan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US"/>
              <a:t>Contd.</a:t>
            </a:r>
            <a:endParaRPr/>
          </a:p>
        </p:txBody>
      </p:sp>
      <p:sp>
        <p:nvSpPr>
          <p:cNvPr id="91" name="Google Shape;91;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457200" lvl="0" indent="-304800" algn="l" rtl="0">
              <a:lnSpc>
                <a:spcPct val="115000"/>
              </a:lnSpc>
              <a:spcBef>
                <a:spcPts val="1200"/>
              </a:spcBef>
              <a:spcAft>
                <a:spcPts val="0"/>
              </a:spcAft>
              <a:buClr>
                <a:schemeClr val="dk1"/>
              </a:buClr>
              <a:buSzPts val="1200"/>
              <a:buFont typeface="Arial"/>
              <a:buChar char="-"/>
            </a:pPr>
            <a:r>
              <a:rPr lang="en-US" sz="1200">
                <a:solidFill>
                  <a:schemeClr val="dk1"/>
                </a:solidFill>
                <a:latin typeface="Arial"/>
                <a:ea typeface="Arial"/>
                <a:cs typeface="Arial"/>
                <a:sym typeface="Arial"/>
              </a:rPr>
              <a:t>There is one more approach to perform routing for the flask web application that can be done by using the </a:t>
            </a:r>
            <a:r>
              <a:rPr lang="en-US" sz="1200" b="1">
                <a:solidFill>
                  <a:schemeClr val="dk1"/>
                </a:solidFill>
                <a:latin typeface="Arial"/>
                <a:ea typeface="Arial"/>
                <a:cs typeface="Arial"/>
                <a:sym typeface="Arial"/>
              </a:rPr>
              <a:t>add_url_rule() function </a:t>
            </a:r>
            <a:r>
              <a:rPr lang="en-US" sz="1200">
                <a:solidFill>
                  <a:schemeClr val="dk1"/>
                </a:solidFill>
                <a:latin typeface="Arial"/>
                <a:ea typeface="Arial"/>
                <a:cs typeface="Arial"/>
                <a:sym typeface="Arial"/>
              </a:rPr>
              <a:t>of the Flask class.</a:t>
            </a:r>
            <a:endParaRPr/>
          </a:p>
          <a:p>
            <a:pPr marL="0" lvl="0" indent="0" algn="l" rtl="0">
              <a:lnSpc>
                <a:spcPct val="115000"/>
              </a:lnSpc>
              <a:spcBef>
                <a:spcPts val="2400"/>
              </a:spcBef>
              <a:spcAft>
                <a:spcPts val="0"/>
              </a:spcAft>
              <a:buSzPts val="1800"/>
              <a:buNone/>
            </a:pPr>
            <a:r>
              <a:rPr lang="en-US" sz="1200">
                <a:solidFill>
                  <a:schemeClr val="dk1"/>
                </a:solidFill>
              </a:rPr>
              <a:t>add_url_rule(&lt;url rule&gt;, &lt;endpoint&gt;, &lt;view function&gt;) </a:t>
            </a:r>
            <a:endParaRPr sz="1200">
              <a:solidFill>
                <a:schemeClr val="dk1"/>
              </a:solidFill>
            </a:endParaRPr>
          </a:p>
          <a:p>
            <a:pPr marL="457200" lvl="0" indent="-304800" algn="l" rtl="0">
              <a:lnSpc>
                <a:spcPct val="115000"/>
              </a:lnSpc>
              <a:spcBef>
                <a:spcPts val="2400"/>
              </a:spcBef>
              <a:spcAft>
                <a:spcPts val="0"/>
              </a:spcAft>
              <a:buClr>
                <a:schemeClr val="dk1"/>
              </a:buClr>
              <a:buSzPts val="1200"/>
              <a:buChar char="-"/>
            </a:pPr>
            <a:r>
              <a:rPr lang="en-US" sz="1200">
                <a:solidFill>
                  <a:schemeClr val="dk1"/>
                </a:solidFill>
              </a:rPr>
              <a:t>This function is mainly used in the case if the view function is not given and we need to connect a view function to an endpoint externally by using this function.</a:t>
            </a:r>
            <a:endParaRPr/>
          </a:p>
          <a:p>
            <a:pPr marL="0" lvl="0" indent="0" algn="l" rtl="0">
              <a:lnSpc>
                <a:spcPct val="115000"/>
              </a:lnSpc>
              <a:spcBef>
                <a:spcPts val="2400"/>
              </a:spcBef>
              <a:spcAft>
                <a:spcPts val="1200"/>
              </a:spcAft>
              <a:buSzPts val="1800"/>
              <a:buNone/>
            </a:pPr>
            <a:r>
              <a:rPr lang="en-US" sz="1200">
                <a:solidFill>
                  <a:schemeClr val="dk1"/>
                </a:solidFill>
              </a:rPr>
              <a:t>def hello_world():</a:t>
            </a:r>
            <a:br>
              <a:rPr lang="en-US" sz="1200">
                <a:solidFill>
                  <a:schemeClr val="dk1"/>
                </a:solidFill>
              </a:rPr>
            </a:br>
            <a:r>
              <a:rPr lang="en-US" sz="1200">
                <a:solidFill>
                  <a:schemeClr val="dk1"/>
                </a:solidFill>
              </a:rPr>
              <a:t>return ‘hello world’</a:t>
            </a:r>
            <a:br>
              <a:rPr lang="en-US" sz="1200">
                <a:solidFill>
                  <a:schemeClr val="dk1"/>
                </a:solidFill>
              </a:rPr>
            </a:br>
            <a:r>
              <a:rPr lang="en-US" sz="1200">
                <a:solidFill>
                  <a:schemeClr val="dk1"/>
                </a:solidFill>
              </a:rPr>
              <a:t>app.add_url_rule(‘/’, ‘hello_world’, hello_world)</a:t>
            </a:r>
            <a:endParaRPr sz="1200">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US"/>
              <a:t>Example to understand need of endpoints</a:t>
            </a:r>
            <a:endParaRPr/>
          </a:p>
        </p:txBody>
      </p:sp>
      <p:sp>
        <p:nvSpPr>
          <p:cNvPr id="97" name="Google Shape;97;p5"/>
          <p:cNvSpPr txBox="1">
            <a:spLocks noGrp="1"/>
          </p:cNvSpPr>
          <p:nvPr>
            <p:ph type="body" idx="1"/>
          </p:nvPr>
        </p:nvSpPr>
        <p:spPr>
          <a:xfrm>
            <a:off x="311700" y="1152475"/>
            <a:ext cx="3496902" cy="3416400"/>
          </a:xfrm>
          <a:prstGeom prst="rect">
            <a:avLst/>
          </a:prstGeom>
          <a:noFill/>
          <a:ln>
            <a:noFill/>
          </a:ln>
        </p:spPr>
        <p:txBody>
          <a:bodyPr spcFirstLastPara="1" wrap="square" lIns="91425" tIns="91425" rIns="91425" bIns="91425" anchor="t" anchorCtr="0">
            <a:normAutofit/>
          </a:bodyPr>
          <a:lstStyle/>
          <a:p>
            <a:pPr marL="114300" lvl="0" indent="0" algn="l" rtl="0">
              <a:lnSpc>
                <a:spcPct val="115000"/>
              </a:lnSpc>
              <a:spcBef>
                <a:spcPts val="0"/>
              </a:spcBef>
              <a:spcAft>
                <a:spcPts val="0"/>
              </a:spcAft>
              <a:buSzPts val="1800"/>
              <a:buNone/>
            </a:pPr>
            <a:r>
              <a:rPr lang="en-US" sz="1100">
                <a:solidFill>
                  <a:schemeClr val="dk1"/>
                </a:solidFill>
              </a:rPr>
              <a:t>from flask import Flask, Blueprint</a:t>
            </a:r>
            <a:endParaRPr/>
          </a:p>
          <a:p>
            <a:pPr marL="114300" lvl="0" indent="0" algn="l" rtl="0">
              <a:lnSpc>
                <a:spcPct val="115000"/>
              </a:lnSpc>
              <a:spcBef>
                <a:spcPts val="0"/>
              </a:spcBef>
              <a:spcAft>
                <a:spcPts val="0"/>
              </a:spcAft>
              <a:buSzPts val="1800"/>
              <a:buNone/>
            </a:pPr>
            <a:r>
              <a:rPr lang="en-US" sz="1100">
                <a:solidFill>
                  <a:schemeClr val="dk1"/>
                </a:solidFill>
              </a:rPr>
              <a:t>from faculty import faculty</a:t>
            </a:r>
            <a:endParaRPr sz="1100">
              <a:solidFill>
                <a:schemeClr val="dk1"/>
              </a:solidFill>
            </a:endParaRPr>
          </a:p>
          <a:p>
            <a:pPr marL="114300" lvl="0" indent="0" algn="l" rtl="0">
              <a:lnSpc>
                <a:spcPct val="115000"/>
              </a:lnSpc>
              <a:spcBef>
                <a:spcPts val="0"/>
              </a:spcBef>
              <a:spcAft>
                <a:spcPts val="0"/>
              </a:spcAft>
              <a:buSzPts val="1800"/>
              <a:buNone/>
            </a:pPr>
            <a:r>
              <a:rPr lang="en-US" sz="1100">
                <a:solidFill>
                  <a:schemeClr val="dk1"/>
                </a:solidFill>
              </a:rPr>
              <a:t>from student import student</a:t>
            </a:r>
            <a:endParaRPr sz="1100">
              <a:solidFill>
                <a:schemeClr val="dk1"/>
              </a:solidFill>
            </a:endParaRPr>
          </a:p>
          <a:p>
            <a:pPr marL="114300" lvl="0" indent="0" algn="l" rtl="0">
              <a:lnSpc>
                <a:spcPct val="115000"/>
              </a:lnSpc>
              <a:spcBef>
                <a:spcPts val="0"/>
              </a:spcBef>
              <a:spcAft>
                <a:spcPts val="0"/>
              </a:spcAft>
              <a:buSzPts val="1800"/>
              <a:buNone/>
            </a:pPr>
            <a:endParaRPr sz="1100">
              <a:solidFill>
                <a:schemeClr val="dk1"/>
              </a:solidFill>
            </a:endParaRPr>
          </a:p>
          <a:p>
            <a:pPr marL="114300" lvl="0" indent="0" algn="l" rtl="0">
              <a:lnSpc>
                <a:spcPct val="115000"/>
              </a:lnSpc>
              <a:spcBef>
                <a:spcPts val="0"/>
              </a:spcBef>
              <a:spcAft>
                <a:spcPts val="0"/>
              </a:spcAft>
              <a:buSzPts val="1800"/>
              <a:buNone/>
            </a:pPr>
            <a:r>
              <a:rPr lang="en-US" sz="1100">
                <a:solidFill>
                  <a:schemeClr val="dk1"/>
                </a:solidFill>
              </a:rPr>
              <a:t>app = Flask(__name__)</a:t>
            </a:r>
            <a:endParaRPr/>
          </a:p>
          <a:p>
            <a:pPr marL="114300" lvl="0" indent="0" algn="l" rtl="0">
              <a:lnSpc>
                <a:spcPct val="115000"/>
              </a:lnSpc>
              <a:spcBef>
                <a:spcPts val="0"/>
              </a:spcBef>
              <a:spcAft>
                <a:spcPts val="0"/>
              </a:spcAft>
              <a:buSzPts val="1800"/>
              <a:buNone/>
            </a:pPr>
            <a:r>
              <a:rPr lang="en-US" sz="1100">
                <a:solidFill>
                  <a:schemeClr val="dk1"/>
                </a:solidFill>
              </a:rPr>
              <a:t>app.register_blueprint(faculty, url_prefix='/faculty')</a:t>
            </a:r>
            <a:endParaRPr sz="1100">
              <a:solidFill>
                <a:schemeClr val="dk1"/>
              </a:solidFill>
            </a:endParaRPr>
          </a:p>
          <a:p>
            <a:pPr marL="114300" lvl="0" indent="0" algn="l" rtl="0">
              <a:lnSpc>
                <a:spcPct val="115000"/>
              </a:lnSpc>
              <a:spcBef>
                <a:spcPts val="0"/>
              </a:spcBef>
              <a:spcAft>
                <a:spcPts val="0"/>
              </a:spcAft>
              <a:buSzPts val="1800"/>
              <a:buNone/>
            </a:pPr>
            <a:r>
              <a:rPr lang="en-US" sz="1100">
                <a:solidFill>
                  <a:schemeClr val="dk1"/>
                </a:solidFill>
              </a:rPr>
              <a:t>app.register_blueprint(student, url_prefix='/student')</a:t>
            </a:r>
            <a:endParaRPr/>
          </a:p>
          <a:p>
            <a:pPr marL="114300" lvl="0" indent="0" algn="l" rtl="0">
              <a:lnSpc>
                <a:spcPct val="115000"/>
              </a:lnSpc>
              <a:spcBef>
                <a:spcPts val="0"/>
              </a:spcBef>
              <a:spcAft>
                <a:spcPts val="0"/>
              </a:spcAft>
              <a:buSzPts val="1800"/>
              <a:buNone/>
            </a:pPr>
            <a:endParaRPr sz="1100">
              <a:solidFill>
                <a:schemeClr val="dk1"/>
              </a:solidFill>
            </a:endParaRPr>
          </a:p>
          <a:p>
            <a:pPr marL="114300" lvl="0" indent="0" algn="l" rtl="0">
              <a:lnSpc>
                <a:spcPct val="115000"/>
              </a:lnSpc>
              <a:spcBef>
                <a:spcPts val="0"/>
              </a:spcBef>
              <a:spcAft>
                <a:spcPts val="0"/>
              </a:spcAft>
              <a:buSzPts val="1800"/>
              <a:buNone/>
            </a:pPr>
            <a:r>
              <a:rPr lang="en-US" sz="1100">
                <a:solidFill>
                  <a:schemeClr val="dk1"/>
                </a:solidFill>
              </a:rPr>
              <a:t>………………………………………………………..</a:t>
            </a:r>
            <a:endParaRPr sz="1100">
              <a:solidFill>
                <a:schemeClr val="dk1"/>
              </a:solidFill>
            </a:endParaRPr>
          </a:p>
          <a:p>
            <a:pPr marL="114300" lvl="0" indent="0" algn="l" rtl="0">
              <a:lnSpc>
                <a:spcPct val="115000"/>
              </a:lnSpc>
              <a:spcBef>
                <a:spcPts val="0"/>
              </a:spcBef>
              <a:spcAft>
                <a:spcPts val="0"/>
              </a:spcAft>
              <a:buSzPts val="1800"/>
              <a:buNone/>
            </a:pPr>
            <a:endParaRPr sz="1100">
              <a:solidFill>
                <a:schemeClr val="dk1"/>
              </a:solidFill>
            </a:endParaRPr>
          </a:p>
          <a:p>
            <a:pPr marL="114300" lvl="0" indent="0" algn="l" rtl="0">
              <a:lnSpc>
                <a:spcPct val="115000"/>
              </a:lnSpc>
              <a:spcBef>
                <a:spcPts val="0"/>
              </a:spcBef>
              <a:spcAft>
                <a:spcPts val="0"/>
              </a:spcAft>
              <a:buSzPts val="1800"/>
              <a:buNone/>
            </a:pPr>
            <a:r>
              <a:rPr lang="en-US" sz="1100">
                <a:solidFill>
                  <a:schemeClr val="dk1"/>
                </a:solidFill>
              </a:rPr>
              <a:t>faculty = Blueprint(‘faculty', __name__)</a:t>
            </a:r>
            <a:endParaRPr/>
          </a:p>
          <a:p>
            <a:pPr marL="114300" lvl="0" indent="0" algn="l" rtl="0">
              <a:lnSpc>
                <a:spcPct val="115000"/>
              </a:lnSpc>
              <a:spcBef>
                <a:spcPts val="0"/>
              </a:spcBef>
              <a:spcAft>
                <a:spcPts val="0"/>
              </a:spcAft>
              <a:buSzPts val="1800"/>
              <a:buNone/>
            </a:pPr>
            <a:endParaRPr sz="1100">
              <a:solidFill>
                <a:schemeClr val="dk1"/>
              </a:solidFill>
            </a:endParaRPr>
          </a:p>
          <a:p>
            <a:pPr marL="114300" lvl="0" indent="0" algn="l" rtl="0">
              <a:lnSpc>
                <a:spcPct val="115000"/>
              </a:lnSpc>
              <a:spcBef>
                <a:spcPts val="0"/>
              </a:spcBef>
              <a:spcAft>
                <a:spcPts val="0"/>
              </a:spcAft>
              <a:buSzPts val="1800"/>
              <a:buNone/>
            </a:pPr>
            <a:r>
              <a:rPr lang="en-US" sz="1100">
                <a:solidFill>
                  <a:schemeClr val="dk1"/>
                </a:solidFill>
              </a:rPr>
              <a:t>@faculty.route('/greeting')</a:t>
            </a:r>
            <a:endParaRPr/>
          </a:p>
          <a:p>
            <a:pPr marL="114300" lvl="0" indent="0" algn="l" rtl="0">
              <a:lnSpc>
                <a:spcPct val="115000"/>
              </a:lnSpc>
              <a:spcBef>
                <a:spcPts val="0"/>
              </a:spcBef>
              <a:spcAft>
                <a:spcPts val="0"/>
              </a:spcAft>
              <a:buSzPts val="1800"/>
              <a:buNone/>
            </a:pPr>
            <a:r>
              <a:rPr lang="en-US" sz="1100">
                <a:solidFill>
                  <a:schemeClr val="dk1"/>
                </a:solidFill>
              </a:rPr>
              <a:t>def greeting():</a:t>
            </a:r>
            <a:endParaRPr/>
          </a:p>
          <a:p>
            <a:pPr marL="114300" lvl="0" indent="0" algn="l" rtl="0">
              <a:lnSpc>
                <a:spcPct val="115000"/>
              </a:lnSpc>
              <a:spcBef>
                <a:spcPts val="0"/>
              </a:spcBef>
              <a:spcAft>
                <a:spcPts val="0"/>
              </a:spcAft>
              <a:buSzPts val="1800"/>
              <a:buNone/>
            </a:pPr>
            <a:r>
              <a:rPr lang="en-US" sz="1100">
                <a:solidFill>
                  <a:schemeClr val="dk1"/>
                </a:solidFill>
              </a:rPr>
              <a:t>    return 'Hello, faculty!'</a:t>
            </a:r>
            <a:endParaRPr sz="1100">
              <a:solidFill>
                <a:schemeClr val="dk1"/>
              </a:solidFill>
            </a:endParaRPr>
          </a:p>
        </p:txBody>
      </p:sp>
      <p:sp>
        <p:nvSpPr>
          <p:cNvPr id="98" name="Google Shape;98;p5"/>
          <p:cNvSpPr/>
          <p:nvPr/>
        </p:nvSpPr>
        <p:spPr>
          <a:xfrm>
            <a:off x="4408415" y="3172157"/>
            <a:ext cx="4572000" cy="93871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100" b="0" i="0" u="none" strike="noStrike" cap="none">
                <a:solidFill>
                  <a:srgbClr val="000000"/>
                </a:solidFill>
                <a:latin typeface="Arial"/>
                <a:ea typeface="Arial"/>
                <a:cs typeface="Arial"/>
                <a:sym typeface="Arial"/>
              </a:rPr>
              <a:t>user = Blueprint('user', __name__)</a:t>
            </a:r>
            <a:endParaRPr/>
          </a:p>
          <a:p>
            <a:pPr marL="0" marR="0" lvl="0" indent="0" algn="l" rtl="0">
              <a:lnSpc>
                <a:spcPct val="100000"/>
              </a:lnSpc>
              <a:spcBef>
                <a:spcPts val="0"/>
              </a:spcBef>
              <a:spcAft>
                <a:spcPts val="0"/>
              </a:spcAft>
              <a:buNone/>
            </a:pP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100" b="0" i="0" u="none" strike="noStrike" cap="none">
                <a:solidFill>
                  <a:srgbClr val="000000"/>
                </a:solidFill>
                <a:latin typeface="Arial"/>
                <a:ea typeface="Arial"/>
                <a:cs typeface="Arial"/>
                <a:sym typeface="Arial"/>
              </a:rPr>
              <a:t>@student.route('/greeting')</a:t>
            </a:r>
            <a:endParaRPr/>
          </a:p>
          <a:p>
            <a:pPr marL="0" marR="0" lvl="0" indent="0" algn="l" rtl="0">
              <a:lnSpc>
                <a:spcPct val="100000"/>
              </a:lnSpc>
              <a:spcBef>
                <a:spcPts val="0"/>
              </a:spcBef>
              <a:spcAft>
                <a:spcPts val="0"/>
              </a:spcAft>
              <a:buNone/>
            </a:pPr>
            <a:r>
              <a:rPr lang="en-US" sz="1100" b="0" i="0" u="none" strike="noStrike" cap="none">
                <a:solidFill>
                  <a:srgbClr val="000000"/>
                </a:solidFill>
                <a:latin typeface="Arial"/>
                <a:ea typeface="Arial"/>
                <a:cs typeface="Arial"/>
                <a:sym typeface="Arial"/>
              </a:rPr>
              <a:t>def greeting():</a:t>
            </a:r>
            <a:endParaRPr/>
          </a:p>
          <a:p>
            <a:pPr marL="0" marR="0" lvl="0" indent="0" algn="l" rtl="0">
              <a:lnSpc>
                <a:spcPct val="100000"/>
              </a:lnSpc>
              <a:spcBef>
                <a:spcPts val="0"/>
              </a:spcBef>
              <a:spcAft>
                <a:spcPts val="0"/>
              </a:spcAft>
              <a:buNone/>
            </a:pPr>
            <a:r>
              <a:rPr lang="en-US" sz="1100" b="0" i="0" u="none" strike="noStrike" cap="none">
                <a:solidFill>
                  <a:srgbClr val="000000"/>
                </a:solidFill>
                <a:latin typeface="Arial"/>
                <a:ea typeface="Arial"/>
                <a:cs typeface="Arial"/>
                <a:sym typeface="Arial"/>
              </a:rPr>
              <a:t>    return 'Hello, student!'</a:t>
            </a:r>
            <a:endParaRPr sz="1100" b="0" i="0" u="none" strike="noStrike" cap="non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US"/>
              <a:t>Dynamic Routing</a:t>
            </a:r>
            <a:endParaRPr/>
          </a:p>
        </p:txBody>
      </p:sp>
      <p:sp>
        <p:nvSpPr>
          <p:cNvPr id="104" name="Google Shape;104;p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457200" lvl="0" indent="-342900" algn="l" rtl="0">
              <a:lnSpc>
                <a:spcPct val="115000"/>
              </a:lnSpc>
              <a:spcBef>
                <a:spcPts val="0"/>
              </a:spcBef>
              <a:spcAft>
                <a:spcPts val="0"/>
              </a:spcAft>
              <a:buSzPts val="1800"/>
              <a:buChar char="●"/>
            </a:pPr>
            <a:r>
              <a:rPr lang="en-US" sz="1200">
                <a:solidFill>
                  <a:schemeClr val="dk1"/>
                </a:solidFill>
              </a:rPr>
              <a:t>Flask enables us to create </a:t>
            </a:r>
            <a:r>
              <a:rPr lang="en-US" sz="1200" b="1">
                <a:solidFill>
                  <a:schemeClr val="dk1"/>
                </a:solidFill>
              </a:rPr>
              <a:t>dynamic URLs</a:t>
            </a:r>
            <a:r>
              <a:rPr lang="en-US" sz="1200">
                <a:solidFill>
                  <a:schemeClr val="dk1"/>
                </a:solidFill>
              </a:rPr>
              <a:t> that can respond to various scenarios, user input and specific requirements.</a:t>
            </a:r>
            <a:endParaRPr sz="1200">
              <a:solidFill>
                <a:schemeClr val="dk1"/>
              </a:solidFill>
            </a:endParaRPr>
          </a:p>
          <a:p>
            <a:pPr marL="457200" lvl="0" indent="-342900" algn="l" rtl="0">
              <a:lnSpc>
                <a:spcPct val="115000"/>
              </a:lnSpc>
              <a:spcBef>
                <a:spcPts val="0"/>
              </a:spcBef>
              <a:spcAft>
                <a:spcPts val="0"/>
              </a:spcAft>
              <a:buSzPts val="1800"/>
              <a:buChar char="●"/>
            </a:pPr>
            <a:r>
              <a:rPr lang="en-US" sz="1200">
                <a:solidFill>
                  <a:schemeClr val="dk1"/>
                </a:solidFill>
              </a:rPr>
              <a:t>It is possible to build a URL dynamically, by </a:t>
            </a:r>
            <a:r>
              <a:rPr lang="en-US" sz="1200" b="1">
                <a:solidFill>
                  <a:schemeClr val="dk1"/>
                </a:solidFill>
              </a:rPr>
              <a:t>adding variable parts to the rule parameter.</a:t>
            </a:r>
            <a:endParaRPr/>
          </a:p>
          <a:p>
            <a:pPr marL="457200" lvl="0" indent="-342900" algn="l" rtl="0">
              <a:lnSpc>
                <a:spcPct val="115000"/>
              </a:lnSpc>
              <a:spcBef>
                <a:spcPts val="0"/>
              </a:spcBef>
              <a:spcAft>
                <a:spcPts val="0"/>
              </a:spcAft>
              <a:buSzPts val="1800"/>
              <a:buChar char="●"/>
            </a:pPr>
            <a:r>
              <a:rPr lang="en-US" sz="1200">
                <a:solidFill>
                  <a:schemeClr val="dk1"/>
                </a:solidFill>
              </a:rPr>
              <a:t>When defining routes in Flask, we can include variable placeholders marked by </a:t>
            </a:r>
            <a:r>
              <a:rPr lang="en-US" sz="1200" b="1">
                <a:solidFill>
                  <a:schemeClr val="dk1"/>
                </a:solidFill>
              </a:rPr>
              <a:t>&lt;variable_name&gt; </a:t>
            </a:r>
            <a:r>
              <a:rPr lang="en-US" sz="1200">
                <a:solidFill>
                  <a:schemeClr val="dk1"/>
                </a:solidFill>
              </a:rPr>
              <a:t>in the URL pattern. By default, these variables hold </a:t>
            </a:r>
            <a:r>
              <a:rPr lang="en-US" sz="1200" b="1">
                <a:solidFill>
                  <a:schemeClr val="dk1"/>
                </a:solidFill>
              </a:rPr>
              <a:t>string values.</a:t>
            </a:r>
            <a:endParaRPr/>
          </a:p>
          <a:p>
            <a:pPr marL="457200" lvl="0" indent="-342900" algn="l" rtl="0">
              <a:lnSpc>
                <a:spcPct val="115000"/>
              </a:lnSpc>
              <a:spcBef>
                <a:spcPts val="0"/>
              </a:spcBef>
              <a:spcAft>
                <a:spcPts val="0"/>
              </a:spcAft>
              <a:buSzPts val="1800"/>
              <a:buChar char="●"/>
            </a:pPr>
            <a:r>
              <a:rPr lang="en-US" sz="1200">
                <a:solidFill>
                  <a:schemeClr val="dk1"/>
                </a:solidFill>
              </a:rPr>
              <a:t> To pass other types of data, Flask provides converters that enable us to specify the type of data to be captured, like this: </a:t>
            </a:r>
            <a:r>
              <a:rPr lang="en-US" sz="1200" b="1">
                <a:solidFill>
                  <a:schemeClr val="dk1"/>
                </a:solidFill>
              </a:rPr>
              <a:t>&lt;converter:variable_name&gt;. </a:t>
            </a:r>
            <a:endParaRPr sz="1200" b="1">
              <a:solidFill>
                <a:schemeClr val="dk1"/>
              </a:solidFill>
            </a:endParaRPr>
          </a:p>
          <a:p>
            <a:pPr marL="457200" lvl="0" indent="-228600" algn="l" rtl="0">
              <a:lnSpc>
                <a:spcPct val="115000"/>
              </a:lnSpc>
              <a:spcBef>
                <a:spcPts val="0"/>
              </a:spcBef>
              <a:spcAft>
                <a:spcPts val="0"/>
              </a:spcAft>
              <a:buSzPts val="1800"/>
              <a:buNone/>
            </a:pPr>
            <a:endParaRPr sz="1200" b="1">
              <a:solidFill>
                <a:schemeClr val="dk1"/>
              </a:solidFill>
            </a:endParaRPr>
          </a:p>
          <a:p>
            <a:pPr marL="457200" lvl="0" indent="-228600" algn="l" rtl="0">
              <a:lnSpc>
                <a:spcPct val="115000"/>
              </a:lnSpc>
              <a:spcBef>
                <a:spcPts val="0"/>
              </a:spcBef>
              <a:spcAft>
                <a:spcPts val="0"/>
              </a:spcAft>
              <a:buSzPts val="1800"/>
              <a:buNone/>
            </a:pPr>
            <a:endParaRPr sz="1200">
              <a:solidFill>
                <a:schemeClr val="dk1"/>
              </a:solidFill>
            </a:endParaRPr>
          </a:p>
          <a:p>
            <a:pPr marL="114300" lvl="0" indent="0" algn="l" rtl="0">
              <a:lnSpc>
                <a:spcPct val="115000"/>
              </a:lnSpc>
              <a:spcBef>
                <a:spcPts val="0"/>
              </a:spcBef>
              <a:spcAft>
                <a:spcPts val="0"/>
              </a:spcAft>
              <a:buSzPts val="1800"/>
              <a:buNone/>
            </a:pPr>
            <a:r>
              <a:rPr lang="en-US" sz="1200">
                <a:solidFill>
                  <a:schemeClr val="dk1"/>
                </a:solidFill>
              </a:rPr>
              <a:t>@app.route('/students/&lt;username&gt;')</a:t>
            </a:r>
            <a:endParaRPr/>
          </a:p>
          <a:p>
            <a:pPr marL="114300" lvl="0" indent="0" algn="l" rtl="0">
              <a:lnSpc>
                <a:spcPct val="115000"/>
              </a:lnSpc>
              <a:spcBef>
                <a:spcPts val="0"/>
              </a:spcBef>
              <a:spcAft>
                <a:spcPts val="0"/>
              </a:spcAft>
              <a:buSzPts val="1800"/>
              <a:buNone/>
            </a:pPr>
            <a:r>
              <a:rPr lang="en-US" sz="1200">
                <a:solidFill>
                  <a:schemeClr val="dk1"/>
                </a:solidFill>
              </a:rPr>
              <a:t>def show_student(username):</a:t>
            </a:r>
            <a:endParaRPr/>
          </a:p>
          <a:p>
            <a:pPr marL="114300" lvl="0" indent="0" algn="l" rtl="0">
              <a:lnSpc>
                <a:spcPct val="115000"/>
              </a:lnSpc>
              <a:spcBef>
                <a:spcPts val="0"/>
              </a:spcBef>
              <a:spcAft>
                <a:spcPts val="0"/>
              </a:spcAft>
              <a:buSzPts val="1800"/>
              <a:buNone/>
            </a:pPr>
            <a:r>
              <a:rPr lang="en-US" sz="1200">
                <a:solidFill>
                  <a:schemeClr val="dk1"/>
                </a:solidFill>
              </a:rPr>
              <a:t> return "Return the student profile of {username}“</a:t>
            </a:r>
            <a:endParaRPr/>
          </a:p>
          <a:p>
            <a:pPr marL="114300" lvl="0" indent="0" algn="l" rtl="0">
              <a:lnSpc>
                <a:spcPct val="115000"/>
              </a:lnSpc>
              <a:spcBef>
                <a:spcPts val="0"/>
              </a:spcBef>
              <a:spcAft>
                <a:spcPts val="0"/>
              </a:spcAft>
              <a:buSzPts val="1800"/>
              <a:buNone/>
            </a:pPr>
            <a:endParaRPr sz="1200">
              <a:solidFill>
                <a:schemeClr val="dk1"/>
              </a:solidFill>
            </a:endParaRPr>
          </a:p>
          <a:p>
            <a:pPr marL="114300" lvl="0" indent="0" algn="l" rtl="0">
              <a:lnSpc>
                <a:spcPct val="115000"/>
              </a:lnSpc>
              <a:spcBef>
                <a:spcPts val="0"/>
              </a:spcBef>
              <a:spcAft>
                <a:spcPts val="0"/>
              </a:spcAft>
              <a:buSzPts val="1800"/>
              <a:buNone/>
            </a:pPr>
            <a:endParaRPr sz="1200">
              <a:solidFill>
                <a:schemeClr val="dk1"/>
              </a:solidFill>
            </a:endParaRPr>
          </a:p>
          <a:p>
            <a:pPr marL="114300" lvl="0" indent="0" algn="l" rtl="0">
              <a:lnSpc>
                <a:spcPct val="115000"/>
              </a:lnSpc>
              <a:spcBef>
                <a:spcPts val="0"/>
              </a:spcBef>
              <a:spcAft>
                <a:spcPts val="0"/>
              </a:spcAft>
              <a:buSzPts val="1800"/>
              <a:buNone/>
            </a:pPr>
            <a:r>
              <a:rPr lang="en-US" sz="1200">
                <a:solidFill>
                  <a:schemeClr val="dk1"/>
                </a:solidFill>
              </a:rPr>
              <a:t>So, based on the url necessary data for the specific student can be fetched from the database</a:t>
            </a:r>
            <a:endParaRPr sz="1200">
              <a:solidFill>
                <a:schemeClr val="dk1"/>
              </a:solidFill>
            </a:endParaRPr>
          </a:p>
          <a:p>
            <a:pPr marL="114300" lvl="0" indent="0" algn="l" rtl="0">
              <a:lnSpc>
                <a:spcPct val="115000"/>
              </a:lnSpc>
              <a:spcBef>
                <a:spcPts val="0"/>
              </a:spcBef>
              <a:spcAft>
                <a:spcPts val="0"/>
              </a:spcAft>
              <a:buSzPts val="1800"/>
              <a:buNone/>
            </a:pPr>
            <a:endParaRPr sz="1200">
              <a:solidFill>
                <a:schemeClr val="dk1"/>
              </a:solidFill>
            </a:endParaRPr>
          </a:p>
          <a:p>
            <a:pPr marL="114300" lvl="0" indent="0" algn="l" rtl="0">
              <a:lnSpc>
                <a:spcPct val="115000"/>
              </a:lnSpc>
              <a:spcBef>
                <a:spcPts val="0"/>
              </a:spcBef>
              <a:spcAft>
                <a:spcPts val="0"/>
              </a:spcAft>
              <a:buSzPts val="1800"/>
              <a:buNone/>
            </a:pPr>
            <a:endParaRPr sz="12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US"/>
              <a:t>Multiple Variables in Dynamic Routing : Variable Rules</a:t>
            </a:r>
            <a:endParaRPr/>
          </a:p>
        </p:txBody>
      </p:sp>
      <p:sp>
        <p:nvSpPr>
          <p:cNvPr id="110" name="Google Shape;110;p7"/>
          <p:cNvSpPr txBox="1">
            <a:spLocks noGrp="1"/>
          </p:cNvSpPr>
          <p:nvPr>
            <p:ph type="body" idx="1"/>
          </p:nvPr>
        </p:nvSpPr>
        <p:spPr>
          <a:xfrm>
            <a:off x="311700" y="1152475"/>
            <a:ext cx="3975075" cy="1691393"/>
          </a:xfrm>
          <a:prstGeom prst="rect">
            <a:avLst/>
          </a:prstGeom>
          <a:noFill/>
          <a:ln>
            <a:noFill/>
          </a:ln>
        </p:spPr>
        <p:txBody>
          <a:bodyPr spcFirstLastPara="1" wrap="square" lIns="91425" tIns="91425" rIns="91425" bIns="91425" anchor="t" anchorCtr="0">
            <a:normAutofit/>
          </a:bodyPr>
          <a:lstStyle/>
          <a:p>
            <a:pPr marL="114300" lvl="0" indent="0" algn="l" rtl="0">
              <a:lnSpc>
                <a:spcPct val="150000"/>
              </a:lnSpc>
              <a:spcBef>
                <a:spcPts val="0"/>
              </a:spcBef>
              <a:spcAft>
                <a:spcPts val="0"/>
              </a:spcAft>
              <a:buSzPts val="1800"/>
              <a:buNone/>
            </a:pPr>
            <a:r>
              <a:rPr lang="en-US" sz="1200">
                <a:solidFill>
                  <a:schemeClr val="dk1"/>
                </a:solidFill>
              </a:rPr>
              <a:t>@app.route('/syllabus/&lt;int:semester&gt;/&lt;subject&gt;')</a:t>
            </a:r>
            <a:endParaRPr sz="1200">
              <a:solidFill>
                <a:schemeClr val="dk1"/>
              </a:solidFill>
            </a:endParaRPr>
          </a:p>
          <a:p>
            <a:pPr marL="114300" lvl="0" indent="0" algn="l" rtl="0">
              <a:lnSpc>
                <a:spcPct val="150000"/>
              </a:lnSpc>
              <a:spcBef>
                <a:spcPts val="0"/>
              </a:spcBef>
              <a:spcAft>
                <a:spcPts val="0"/>
              </a:spcAft>
              <a:buSzPts val="1800"/>
              <a:buNone/>
            </a:pPr>
            <a:r>
              <a:rPr lang="en-US" sz="1200">
                <a:solidFill>
                  <a:schemeClr val="dk1"/>
                </a:solidFill>
              </a:rPr>
              <a:t>def show_post(semester, subject):</a:t>
            </a:r>
            <a:endParaRPr sz="1200">
              <a:solidFill>
                <a:schemeClr val="dk1"/>
              </a:solidFill>
            </a:endParaRPr>
          </a:p>
          <a:p>
            <a:pPr marL="114300" lvl="0" indent="0" algn="l" rtl="0">
              <a:lnSpc>
                <a:spcPct val="150000"/>
              </a:lnSpc>
              <a:spcBef>
                <a:spcPts val="0"/>
              </a:spcBef>
              <a:spcAft>
                <a:spcPts val="0"/>
              </a:spcAft>
              <a:buSzPts val="1800"/>
              <a:buNone/>
            </a:pPr>
            <a:r>
              <a:rPr lang="en-US" sz="1200">
                <a:solidFill>
                  <a:schemeClr val="dk1"/>
                </a:solidFill>
              </a:rPr>
              <a:t> # carry out some processing like</a:t>
            </a:r>
            <a:endParaRPr/>
          </a:p>
          <a:p>
            <a:pPr marL="114300" lvl="0" indent="0" algn="l" rtl="0">
              <a:lnSpc>
                <a:spcPct val="150000"/>
              </a:lnSpc>
              <a:spcBef>
                <a:spcPts val="0"/>
              </a:spcBef>
              <a:spcAft>
                <a:spcPts val="0"/>
              </a:spcAft>
              <a:buSzPts val="1800"/>
              <a:buNone/>
            </a:pPr>
            <a:r>
              <a:rPr lang="en-US" sz="1200">
                <a:solidFill>
                  <a:schemeClr val="dk1"/>
                </a:solidFill>
              </a:rPr>
              <a:t> # retrieval from a database</a:t>
            </a:r>
            <a:endParaRPr/>
          </a:p>
          <a:p>
            <a:pPr marL="114300" lvl="0" indent="0" algn="l" rtl="0">
              <a:lnSpc>
                <a:spcPct val="150000"/>
              </a:lnSpc>
              <a:spcBef>
                <a:spcPts val="0"/>
              </a:spcBef>
              <a:spcAft>
                <a:spcPts val="0"/>
              </a:spcAft>
              <a:buSzPts val="1800"/>
              <a:buNone/>
            </a:pPr>
            <a:r>
              <a:rPr lang="en-US" sz="1200">
                <a:solidFill>
                  <a:schemeClr val="dk1"/>
                </a:solidFill>
              </a:rPr>
              <a:t> return “semester :{semester} - subject: {subject}"</a:t>
            </a:r>
            <a:endParaRPr sz="1200">
              <a:solidFill>
                <a:schemeClr val="dk1"/>
              </a:solidFill>
            </a:endParaRPr>
          </a:p>
        </p:txBody>
      </p:sp>
      <p:sp>
        <p:nvSpPr>
          <p:cNvPr id="111" name="Google Shape;111;p7"/>
          <p:cNvSpPr txBox="1"/>
          <p:nvPr/>
        </p:nvSpPr>
        <p:spPr>
          <a:xfrm>
            <a:off x="4957894" y="1152475"/>
            <a:ext cx="3749878" cy="1754326"/>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200"/>
              <a:buFont typeface="Noto Sans Symbols"/>
              <a:buChar char="▪"/>
            </a:pPr>
            <a:r>
              <a:rPr lang="en-US" sz="1200" b="0" i="0" u="none" strike="noStrike" cap="none">
                <a:solidFill>
                  <a:srgbClr val="000000"/>
                </a:solidFill>
                <a:latin typeface="Arial"/>
                <a:ea typeface="Arial"/>
                <a:cs typeface="Arial"/>
                <a:sym typeface="Arial"/>
              </a:rPr>
              <a:t>Converter for semester is applied as it is a integer value.</a:t>
            </a:r>
            <a:endParaRPr/>
          </a:p>
          <a:p>
            <a:pPr marL="285750" marR="0" lvl="0" indent="-285750" algn="l" rtl="0">
              <a:lnSpc>
                <a:spcPct val="100000"/>
              </a:lnSpc>
              <a:spcBef>
                <a:spcPts val="0"/>
              </a:spcBef>
              <a:spcAft>
                <a:spcPts val="0"/>
              </a:spcAft>
              <a:buClr>
                <a:srgbClr val="000000"/>
              </a:buClr>
              <a:buSzPts val="1200"/>
              <a:buFont typeface="Noto Sans Symbols"/>
              <a:buChar char="▪"/>
            </a:pPr>
            <a:r>
              <a:rPr lang="en-US" sz="1200" b="0" i="0" u="none" strike="noStrike" cap="none">
                <a:solidFill>
                  <a:srgbClr val="000000"/>
                </a:solidFill>
                <a:latin typeface="Arial"/>
                <a:ea typeface="Arial"/>
                <a:cs typeface="Arial"/>
                <a:sym typeface="Arial"/>
              </a:rPr>
              <a:t>2 variables are involved semester and subject.</a:t>
            </a:r>
            <a:endParaRPr/>
          </a:p>
          <a:p>
            <a:pPr marL="285750" marR="0" lvl="0" indent="-209550" algn="l" rtl="0">
              <a:lnSpc>
                <a:spcPct val="100000"/>
              </a:lnSpc>
              <a:spcBef>
                <a:spcPts val="0"/>
              </a:spcBef>
              <a:spcAft>
                <a:spcPts val="0"/>
              </a:spcAft>
              <a:buClr>
                <a:srgbClr val="000000"/>
              </a:buClr>
              <a:buSzPts val="1200"/>
              <a:buFont typeface="Noto Sans Symbols"/>
              <a:buNone/>
            </a:pPr>
            <a:endParaRPr sz="12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200"/>
              <a:buFont typeface="Noto Sans Symbols"/>
              <a:buChar char="▪"/>
            </a:pPr>
            <a:r>
              <a:rPr lang="en-US" sz="1200" b="0" i="0" u="none" strike="noStrike" cap="none">
                <a:solidFill>
                  <a:srgbClr val="000000"/>
                </a:solidFill>
                <a:latin typeface="Arial"/>
                <a:ea typeface="Arial"/>
                <a:cs typeface="Arial"/>
                <a:sym typeface="Arial"/>
              </a:rPr>
              <a:t>For example if url given is: syllabus/6/AWT </a:t>
            </a:r>
            <a:endParaRPr/>
          </a:p>
          <a:p>
            <a:pPr marL="285750" marR="0" lvl="0" indent="-285750" algn="l" rtl="0">
              <a:lnSpc>
                <a:spcPct val="100000"/>
              </a:lnSpc>
              <a:spcBef>
                <a:spcPts val="0"/>
              </a:spcBef>
              <a:spcAft>
                <a:spcPts val="0"/>
              </a:spcAft>
              <a:buClr>
                <a:srgbClr val="000000"/>
              </a:buClr>
              <a:buSzPts val="1200"/>
              <a:buFont typeface="Noto Sans Symbols"/>
              <a:buChar char="▪"/>
            </a:pPr>
            <a:r>
              <a:rPr lang="en-US" sz="1200" b="0" i="0" u="none" strike="noStrike" cap="none">
                <a:solidFill>
                  <a:srgbClr val="000000"/>
                </a:solidFill>
                <a:latin typeface="Arial"/>
                <a:ea typeface="Arial"/>
                <a:cs typeface="Arial"/>
                <a:sym typeface="Arial"/>
              </a:rPr>
              <a:t>then you can retrieve the corresponding syllabus from the database based on given semester and subject.</a:t>
            </a:r>
            <a:endParaRPr/>
          </a:p>
          <a:p>
            <a:pPr marL="285750" marR="0" lvl="0" indent="-209550" algn="l" rtl="0">
              <a:lnSpc>
                <a:spcPct val="100000"/>
              </a:lnSpc>
              <a:spcBef>
                <a:spcPts val="0"/>
              </a:spcBef>
              <a:spcAft>
                <a:spcPts val="0"/>
              </a:spcAft>
              <a:buClr>
                <a:srgbClr val="000000"/>
              </a:buClr>
              <a:buSzPts val="1200"/>
              <a:buFont typeface="Noto Sans Symbols"/>
              <a:buNone/>
            </a:pPr>
            <a:endParaRPr sz="1200" b="0" i="0" u="none" strike="noStrike" cap="none">
              <a:solidFill>
                <a:srgbClr val="000000"/>
              </a:solidFill>
              <a:latin typeface="Arial"/>
              <a:ea typeface="Arial"/>
              <a:cs typeface="Arial"/>
              <a:sym typeface="Arial"/>
            </a:endParaRPr>
          </a:p>
        </p:txBody>
      </p:sp>
      <p:sp>
        <p:nvSpPr>
          <p:cNvPr id="112" name="Google Shape;112;p7"/>
          <p:cNvSpPr txBox="1"/>
          <p:nvPr/>
        </p:nvSpPr>
        <p:spPr>
          <a:xfrm>
            <a:off x="4362276" y="3145872"/>
            <a:ext cx="4177718" cy="175432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0" i="0" u="none" strike="noStrike" cap="none">
                <a:solidFill>
                  <a:srgbClr val="000000"/>
                </a:solidFill>
                <a:latin typeface="Arial"/>
                <a:ea typeface="Arial"/>
                <a:cs typeface="Arial"/>
                <a:sym typeface="Arial"/>
              </a:rPr>
              <a:t>In addition to the default string variable part, rules can also be constructed using the following converters:-</a:t>
            </a:r>
            <a:endParaRPr/>
          </a:p>
          <a:p>
            <a:pPr marL="0" marR="0" lvl="0" indent="0" algn="l" rtl="0">
              <a:lnSpc>
                <a:spcPct val="100000"/>
              </a:lnSpc>
              <a:spcBef>
                <a:spcPts val="0"/>
              </a:spcBef>
              <a:spcAft>
                <a:spcPts val="0"/>
              </a:spcAft>
              <a:buNone/>
            </a:pPr>
            <a:r>
              <a:rPr lang="en-US" sz="1200" b="1" i="0" u="none" strike="noStrike" cap="none">
                <a:solidFill>
                  <a:srgbClr val="000000"/>
                </a:solidFill>
                <a:latin typeface="Arial"/>
                <a:ea typeface="Arial"/>
                <a:cs typeface="Arial"/>
                <a:sym typeface="Arial"/>
              </a:rPr>
              <a:t>1.) String: </a:t>
            </a:r>
            <a:r>
              <a:rPr lang="en-US" sz="1200" b="0" i="0" u="none" strike="noStrike" cap="none">
                <a:solidFill>
                  <a:srgbClr val="000000"/>
                </a:solidFill>
                <a:latin typeface="Arial"/>
                <a:ea typeface="Arial"/>
                <a:cs typeface="Arial"/>
                <a:sym typeface="Arial"/>
              </a:rPr>
              <a:t>It is the default converter. It can accept any text without a slash.</a:t>
            </a:r>
            <a:endParaRPr/>
          </a:p>
          <a:p>
            <a:pPr marL="0" marR="0" lvl="0" indent="0" algn="l" rtl="0">
              <a:lnSpc>
                <a:spcPct val="100000"/>
              </a:lnSpc>
              <a:spcBef>
                <a:spcPts val="0"/>
              </a:spcBef>
              <a:spcAft>
                <a:spcPts val="0"/>
              </a:spcAft>
              <a:buNone/>
            </a:pPr>
            <a:r>
              <a:rPr lang="en-US" sz="1200" b="1" i="0" u="none" strike="noStrike" cap="none">
                <a:solidFill>
                  <a:srgbClr val="000000"/>
                </a:solidFill>
                <a:latin typeface="Arial"/>
                <a:ea typeface="Arial"/>
                <a:cs typeface="Arial"/>
                <a:sym typeface="Arial"/>
              </a:rPr>
              <a:t>2.) int:</a:t>
            </a:r>
            <a:r>
              <a:rPr lang="en-US" sz="1200" b="0" i="0" u="none" strike="noStrike" cap="none">
                <a:solidFill>
                  <a:srgbClr val="000000"/>
                </a:solidFill>
                <a:latin typeface="Arial"/>
                <a:ea typeface="Arial"/>
                <a:cs typeface="Arial"/>
                <a:sym typeface="Arial"/>
              </a:rPr>
              <a:t> It takes positive integers.</a:t>
            </a:r>
            <a:endParaRPr/>
          </a:p>
          <a:p>
            <a:pPr marL="0" marR="0" lvl="0" indent="0" algn="l" rtl="0">
              <a:lnSpc>
                <a:spcPct val="100000"/>
              </a:lnSpc>
              <a:spcBef>
                <a:spcPts val="0"/>
              </a:spcBef>
              <a:spcAft>
                <a:spcPts val="0"/>
              </a:spcAft>
              <a:buNone/>
            </a:pPr>
            <a:r>
              <a:rPr lang="en-US" sz="1200" b="1" i="0" u="none" strike="noStrike" cap="none">
                <a:solidFill>
                  <a:srgbClr val="000000"/>
                </a:solidFill>
                <a:latin typeface="Arial"/>
                <a:ea typeface="Arial"/>
                <a:cs typeface="Arial"/>
                <a:sym typeface="Arial"/>
              </a:rPr>
              <a:t>3.) float:</a:t>
            </a:r>
            <a:r>
              <a:rPr lang="en-US" sz="1200" b="0" i="0" u="none" strike="noStrike" cap="none">
                <a:solidFill>
                  <a:srgbClr val="000000"/>
                </a:solidFill>
                <a:latin typeface="Arial"/>
                <a:ea typeface="Arial"/>
                <a:cs typeface="Arial"/>
                <a:sym typeface="Arial"/>
              </a:rPr>
              <a:t> It takes positive floating-point values.</a:t>
            </a:r>
            <a:endParaRPr/>
          </a:p>
          <a:p>
            <a:pPr marL="0" marR="0" lvl="0" indent="0" algn="l" rtl="0">
              <a:lnSpc>
                <a:spcPct val="100000"/>
              </a:lnSpc>
              <a:spcBef>
                <a:spcPts val="0"/>
              </a:spcBef>
              <a:spcAft>
                <a:spcPts val="0"/>
              </a:spcAft>
              <a:buNone/>
            </a:pPr>
            <a:r>
              <a:rPr lang="en-US" sz="1200" b="1" i="0" u="none" strike="noStrike" cap="none">
                <a:solidFill>
                  <a:srgbClr val="000000"/>
                </a:solidFill>
                <a:latin typeface="Arial"/>
                <a:ea typeface="Arial"/>
                <a:cs typeface="Arial"/>
                <a:sym typeface="Arial"/>
              </a:rPr>
              <a:t>4.) path:</a:t>
            </a:r>
            <a:r>
              <a:rPr lang="en-US" sz="1200" b="0" i="0" u="none" strike="noStrike" cap="none">
                <a:solidFill>
                  <a:srgbClr val="000000"/>
                </a:solidFill>
                <a:latin typeface="Arial"/>
                <a:ea typeface="Arial"/>
                <a:cs typeface="Arial"/>
                <a:sym typeface="Arial"/>
              </a:rPr>
              <a:t> It is similar to string but can also accept slashes.</a:t>
            </a:r>
            <a:endParaRPr/>
          </a:p>
          <a:p>
            <a:pPr marL="0" marR="0" lvl="0" indent="0" algn="l" rtl="0">
              <a:lnSpc>
                <a:spcPct val="100000"/>
              </a:lnSpc>
              <a:spcBef>
                <a:spcPts val="0"/>
              </a:spcBef>
              <a:spcAft>
                <a:spcPts val="0"/>
              </a:spcAft>
              <a:buNone/>
            </a:pPr>
            <a:r>
              <a:rPr lang="en-US" sz="1200" b="1" i="0" u="none" strike="noStrike" cap="none">
                <a:solidFill>
                  <a:srgbClr val="000000"/>
                </a:solidFill>
                <a:latin typeface="Arial"/>
                <a:ea typeface="Arial"/>
                <a:cs typeface="Arial"/>
                <a:sym typeface="Arial"/>
              </a:rPr>
              <a:t>5.) uuid:</a:t>
            </a:r>
            <a:r>
              <a:rPr lang="en-US" sz="1200" b="0" i="0" u="none" strike="noStrike" cap="none">
                <a:solidFill>
                  <a:srgbClr val="000000"/>
                </a:solidFill>
                <a:latin typeface="Arial"/>
                <a:ea typeface="Arial"/>
                <a:cs typeface="Arial"/>
                <a:sym typeface="Arial"/>
              </a:rPr>
              <a:t> It takes UUID strings.</a:t>
            </a:r>
            <a:endParaRPr/>
          </a:p>
          <a:p>
            <a:pPr marL="0" marR="0" lvl="0" indent="0" algn="l" rtl="0">
              <a:lnSpc>
                <a:spcPct val="100000"/>
              </a:lnSpc>
              <a:spcBef>
                <a:spcPts val="0"/>
              </a:spcBef>
              <a:spcAft>
                <a:spcPts val="0"/>
              </a:spcAft>
              <a:buNone/>
            </a:pPr>
            <a:endParaRPr sz="1200" b="0" i="0" u="none" strike="noStrike" cap="non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US"/>
              <a:t>URL Building</a:t>
            </a:r>
            <a:endParaRPr/>
          </a:p>
        </p:txBody>
      </p:sp>
      <p:sp>
        <p:nvSpPr>
          <p:cNvPr id="118" name="Google Shape;118;p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457200" lvl="0" indent="-330200" algn="l" rtl="0">
              <a:lnSpc>
                <a:spcPct val="100000"/>
              </a:lnSpc>
              <a:spcBef>
                <a:spcPts val="1000"/>
              </a:spcBef>
              <a:spcAft>
                <a:spcPts val="0"/>
              </a:spcAft>
              <a:buClr>
                <a:srgbClr val="444444"/>
              </a:buClr>
              <a:buSzPts val="1600"/>
              <a:buChar char="●"/>
            </a:pPr>
            <a:r>
              <a:rPr lang="en-US" sz="1600">
                <a:solidFill>
                  <a:srgbClr val="444444"/>
                </a:solidFill>
                <a:highlight>
                  <a:srgbClr val="FFFFFF"/>
                </a:highlight>
              </a:rPr>
              <a:t>One of the key features of Flask is its </a:t>
            </a:r>
            <a:r>
              <a:rPr lang="en-US" sz="1600" b="1">
                <a:solidFill>
                  <a:srgbClr val="444444"/>
                </a:solidFill>
                <a:highlight>
                  <a:srgbClr val="FFFFFF"/>
                </a:highlight>
              </a:rPr>
              <a:t>ability to create dynamic URLs,</a:t>
            </a:r>
            <a:r>
              <a:rPr lang="en-US" sz="1600">
                <a:solidFill>
                  <a:srgbClr val="444444"/>
                </a:solidFill>
                <a:highlight>
                  <a:srgbClr val="FFFFFF"/>
                </a:highlight>
              </a:rPr>
              <a:t> which can change based on user inputs or other parameters. </a:t>
            </a:r>
            <a:endParaRPr sz="1600">
              <a:solidFill>
                <a:srgbClr val="444444"/>
              </a:solidFill>
              <a:highlight>
                <a:srgbClr val="FFFFFF"/>
              </a:highlight>
            </a:endParaRPr>
          </a:p>
          <a:p>
            <a:pPr marL="457200" lvl="0" indent="-330200" algn="l" rtl="0">
              <a:lnSpc>
                <a:spcPct val="100000"/>
              </a:lnSpc>
              <a:spcBef>
                <a:spcPts val="1000"/>
              </a:spcBef>
              <a:spcAft>
                <a:spcPts val="0"/>
              </a:spcAft>
              <a:buClr>
                <a:srgbClr val="444444"/>
              </a:buClr>
              <a:buSzPts val="1600"/>
              <a:buChar char="●"/>
            </a:pPr>
            <a:r>
              <a:rPr lang="en-US" sz="1600">
                <a:solidFill>
                  <a:srgbClr val="444444"/>
                </a:solidFill>
                <a:highlight>
                  <a:srgbClr val="FFFFFF"/>
                </a:highlight>
              </a:rPr>
              <a:t>In a web application, a </a:t>
            </a:r>
            <a:r>
              <a:rPr lang="en-US" sz="1600" b="1">
                <a:solidFill>
                  <a:srgbClr val="444444"/>
                </a:solidFill>
                <a:highlight>
                  <a:srgbClr val="FFFFFF"/>
                </a:highlight>
              </a:rPr>
              <a:t>URL maps to a specific view function</a:t>
            </a:r>
            <a:r>
              <a:rPr lang="en-US" sz="1600">
                <a:solidFill>
                  <a:srgbClr val="444444"/>
                </a:solidFill>
                <a:highlight>
                  <a:srgbClr val="FFFFFF"/>
                </a:highlight>
              </a:rPr>
              <a:t> that handles incoming requests and returns a response to the client. Flask uses a </a:t>
            </a:r>
            <a:r>
              <a:rPr lang="en-US" sz="1600" b="1">
                <a:solidFill>
                  <a:srgbClr val="444444"/>
                </a:solidFill>
                <a:highlight>
                  <a:srgbClr val="FFFFFF"/>
                </a:highlight>
              </a:rPr>
              <a:t>routing mechanism </a:t>
            </a:r>
            <a:r>
              <a:rPr lang="en-US" sz="1600">
                <a:solidFill>
                  <a:srgbClr val="444444"/>
                </a:solidFill>
                <a:highlight>
                  <a:srgbClr val="FFFFFF"/>
                </a:highlight>
              </a:rPr>
              <a:t>to map URLs to view functions.</a:t>
            </a:r>
            <a:endParaRPr sz="1600">
              <a:solidFill>
                <a:srgbClr val="444444"/>
              </a:solidFill>
              <a:highlight>
                <a:srgbClr val="FFFFFF"/>
              </a:highlight>
            </a:endParaRPr>
          </a:p>
          <a:p>
            <a:pPr marL="457200" lvl="0" indent="-330200" algn="l" rtl="0">
              <a:lnSpc>
                <a:spcPct val="100000"/>
              </a:lnSpc>
              <a:spcBef>
                <a:spcPts val="1000"/>
              </a:spcBef>
              <a:spcAft>
                <a:spcPts val="0"/>
              </a:spcAft>
              <a:buClr>
                <a:srgbClr val="444444"/>
              </a:buClr>
              <a:buSzPts val="1600"/>
              <a:buChar char="●"/>
            </a:pPr>
            <a:r>
              <a:rPr lang="en-US" sz="1600">
                <a:solidFill>
                  <a:srgbClr val="444444"/>
                </a:solidFill>
                <a:highlight>
                  <a:srgbClr val="FFFFFF"/>
                </a:highlight>
              </a:rPr>
              <a:t>Flask provides a convenient function, </a:t>
            </a:r>
            <a:r>
              <a:rPr lang="en-US" sz="1600" b="1">
                <a:solidFill>
                  <a:srgbClr val="444444"/>
                </a:solidFill>
                <a:highlight>
                  <a:srgbClr val="FFFFFF"/>
                </a:highlight>
              </a:rPr>
              <a:t>url_for(),</a:t>
            </a:r>
            <a:r>
              <a:rPr lang="en-US" sz="1600">
                <a:solidFill>
                  <a:srgbClr val="444444"/>
                </a:solidFill>
                <a:highlight>
                  <a:srgbClr val="FFFFFF"/>
                </a:highlight>
              </a:rPr>
              <a:t> to </a:t>
            </a:r>
            <a:r>
              <a:rPr lang="en-US" sz="1600" b="1">
                <a:solidFill>
                  <a:srgbClr val="444444"/>
                </a:solidFill>
                <a:highlight>
                  <a:srgbClr val="FFFFFF"/>
                </a:highlight>
              </a:rPr>
              <a:t>generate URLs from view functions </a:t>
            </a:r>
            <a:r>
              <a:rPr lang="en-US" sz="1600">
                <a:solidFill>
                  <a:srgbClr val="444444"/>
                </a:solidFill>
                <a:highlight>
                  <a:srgbClr val="FFFFFF"/>
                </a:highlight>
              </a:rPr>
              <a:t>and </a:t>
            </a:r>
            <a:r>
              <a:rPr lang="en-US" sz="1600" b="1">
                <a:solidFill>
                  <a:srgbClr val="444444"/>
                </a:solidFill>
                <a:highlight>
                  <a:srgbClr val="FFFFFF"/>
                </a:highlight>
              </a:rPr>
              <a:t>other resources </a:t>
            </a:r>
            <a:r>
              <a:rPr lang="en-US" sz="1600">
                <a:solidFill>
                  <a:srgbClr val="444444"/>
                </a:solidFill>
                <a:highlight>
                  <a:srgbClr val="FFFFFF"/>
                </a:highlight>
              </a:rPr>
              <a:t>in your application. </a:t>
            </a:r>
            <a:endParaRPr sz="1600">
              <a:solidFill>
                <a:srgbClr val="444444"/>
              </a:solidFill>
              <a:highlight>
                <a:srgbClr val="FFFFFF"/>
              </a:highlight>
            </a:endParaRPr>
          </a:p>
          <a:p>
            <a:pPr marL="457200" lvl="0" indent="-330200" algn="l" rtl="0">
              <a:lnSpc>
                <a:spcPct val="100000"/>
              </a:lnSpc>
              <a:spcBef>
                <a:spcPts val="1000"/>
              </a:spcBef>
              <a:spcAft>
                <a:spcPts val="0"/>
              </a:spcAft>
              <a:buClr>
                <a:srgbClr val="444444"/>
              </a:buClr>
              <a:buSzPts val="1600"/>
              <a:buChar char="●"/>
            </a:pPr>
            <a:r>
              <a:rPr lang="en-US" sz="1600">
                <a:solidFill>
                  <a:srgbClr val="444444"/>
                </a:solidFill>
                <a:highlight>
                  <a:srgbClr val="FFFFFF"/>
                </a:highlight>
              </a:rPr>
              <a:t>The url_for() function in Flask takes the </a:t>
            </a:r>
            <a:r>
              <a:rPr lang="en-US" sz="1600" b="1">
                <a:solidFill>
                  <a:srgbClr val="444444"/>
                </a:solidFill>
                <a:highlight>
                  <a:srgbClr val="FFFFFF"/>
                </a:highlight>
              </a:rPr>
              <a:t>name of the view function or resource as its first argument</a:t>
            </a:r>
            <a:r>
              <a:rPr lang="en-US" sz="1600">
                <a:solidFill>
                  <a:srgbClr val="444444"/>
                </a:solidFill>
                <a:highlight>
                  <a:srgbClr val="FFFFFF"/>
                </a:highlight>
              </a:rPr>
              <a:t> and one or more</a:t>
            </a:r>
            <a:r>
              <a:rPr lang="en-US" sz="1600" b="1">
                <a:solidFill>
                  <a:srgbClr val="444444"/>
                </a:solidFill>
                <a:highlight>
                  <a:srgbClr val="FFFFFF"/>
                </a:highlight>
              </a:rPr>
              <a:t> keyword arguments,</a:t>
            </a:r>
            <a:r>
              <a:rPr lang="en-US" sz="1600">
                <a:solidFill>
                  <a:srgbClr val="444444"/>
                </a:solidFill>
                <a:highlight>
                  <a:srgbClr val="FFFFFF"/>
                </a:highlight>
              </a:rPr>
              <a:t> each corresponding to the variable part of URL.</a:t>
            </a:r>
            <a:endParaRPr sz="1600">
              <a:solidFill>
                <a:srgbClr val="444444"/>
              </a:solidFill>
              <a:highlight>
                <a:srgbClr val="FFFFFF"/>
              </a:highlight>
            </a:endParaRPr>
          </a:p>
          <a:p>
            <a:pPr marL="457200" lvl="0" indent="-330200" algn="l" rtl="0">
              <a:lnSpc>
                <a:spcPct val="100000"/>
              </a:lnSpc>
              <a:spcBef>
                <a:spcPts val="1000"/>
              </a:spcBef>
              <a:spcAft>
                <a:spcPts val="0"/>
              </a:spcAft>
              <a:buClr>
                <a:srgbClr val="444444"/>
              </a:buClr>
              <a:buSzPts val="1600"/>
              <a:buChar char="●"/>
            </a:pPr>
            <a:r>
              <a:rPr lang="en-US" sz="1600" b="1">
                <a:solidFill>
                  <a:srgbClr val="273239"/>
                </a:solidFill>
                <a:highlight>
                  <a:srgbClr val="F9F9F9"/>
                </a:highlight>
              </a:rPr>
              <a:t>Syntax: url_for(‘&lt;function_name&gt;’,&lt;key&gt; = &lt;value&gt;)</a:t>
            </a:r>
            <a:endParaRPr sz="1600" b="1">
              <a:solidFill>
                <a:srgbClr val="444444"/>
              </a:solidFill>
              <a:highlight>
                <a:srgbClr val="FFFFFF"/>
              </a:highlight>
            </a:endParaRPr>
          </a:p>
          <a:p>
            <a:pPr marL="457200" lvl="0" indent="0" algn="l" rtl="0">
              <a:lnSpc>
                <a:spcPct val="100000"/>
              </a:lnSpc>
              <a:spcBef>
                <a:spcPts val="1000"/>
              </a:spcBef>
              <a:spcAft>
                <a:spcPts val="0"/>
              </a:spcAft>
              <a:buNone/>
            </a:pPr>
            <a:endParaRPr sz="1600">
              <a:solidFill>
                <a:srgbClr val="444444"/>
              </a:solidFill>
              <a:highlight>
                <a:srgbClr val="FFFFFF"/>
              </a:high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g2cc098a7067_0_1"/>
          <p:cNvSpPr txBox="1">
            <a:spLocks noGrp="1"/>
          </p:cNvSpPr>
          <p:nvPr>
            <p:ph type="title"/>
          </p:nvPr>
        </p:nvSpPr>
        <p:spPr>
          <a:xfrm>
            <a:off x="311700" y="2761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a:t>url_for example</a:t>
            </a:r>
            <a:endParaRPr/>
          </a:p>
        </p:txBody>
      </p:sp>
      <p:sp>
        <p:nvSpPr>
          <p:cNvPr id="124" name="Google Shape;124;g2cc098a7067_0_1"/>
          <p:cNvSpPr txBox="1">
            <a:spLocks noGrp="1"/>
          </p:cNvSpPr>
          <p:nvPr>
            <p:ph type="body" idx="1"/>
          </p:nvPr>
        </p:nvSpPr>
        <p:spPr>
          <a:xfrm>
            <a:off x="311700" y="848875"/>
            <a:ext cx="8520600" cy="37200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Clr>
                <a:schemeClr val="dk1"/>
              </a:buClr>
              <a:buSzPts val="1100"/>
              <a:buFont typeface="Arial"/>
              <a:buNone/>
            </a:pPr>
            <a:r>
              <a:rPr lang="en-US" sz="1300" b="1">
                <a:solidFill>
                  <a:srgbClr val="242424"/>
                </a:solidFill>
                <a:highlight>
                  <a:srgbClr val="F2F2F2"/>
                </a:highlight>
                <a:latin typeface="Courier New"/>
                <a:ea typeface="Courier New"/>
                <a:cs typeface="Courier New"/>
                <a:sym typeface="Courier New"/>
              </a:rPr>
              <a:t>from flask import Flask, redirect, url_for</a:t>
            </a:r>
            <a:endParaRPr sz="1300" b="1">
              <a:solidFill>
                <a:srgbClr val="242424"/>
              </a:solidFill>
              <a:highlight>
                <a:srgbClr val="F2F2F2"/>
              </a:highlight>
              <a:latin typeface="Courier New"/>
              <a:ea typeface="Courier New"/>
              <a:cs typeface="Courier New"/>
              <a:sym typeface="Courier New"/>
            </a:endParaRPr>
          </a:p>
          <a:p>
            <a:pPr marL="0" lvl="0" indent="0" algn="l" rtl="0">
              <a:lnSpc>
                <a:spcPct val="95000"/>
              </a:lnSpc>
              <a:spcBef>
                <a:spcPts val="0"/>
              </a:spcBef>
              <a:spcAft>
                <a:spcPts val="0"/>
              </a:spcAft>
              <a:buClr>
                <a:schemeClr val="dk1"/>
              </a:buClr>
              <a:buSzPts val="1100"/>
              <a:buFont typeface="Arial"/>
              <a:buNone/>
            </a:pPr>
            <a:r>
              <a:rPr lang="en-US" sz="1300" b="1">
                <a:solidFill>
                  <a:srgbClr val="242424"/>
                </a:solidFill>
                <a:highlight>
                  <a:srgbClr val="F2F2F2"/>
                </a:highlight>
                <a:latin typeface="Courier New"/>
                <a:ea typeface="Courier New"/>
                <a:cs typeface="Courier New"/>
                <a:sym typeface="Courier New"/>
              </a:rPr>
              <a:t>app = Flask(__name__)</a:t>
            </a:r>
            <a:endParaRPr sz="1300" b="1">
              <a:solidFill>
                <a:srgbClr val="242424"/>
              </a:solidFill>
              <a:highlight>
                <a:srgbClr val="F2F2F2"/>
              </a:highlight>
              <a:latin typeface="Courier New"/>
              <a:ea typeface="Courier New"/>
              <a:cs typeface="Courier New"/>
              <a:sym typeface="Courier New"/>
            </a:endParaRPr>
          </a:p>
          <a:p>
            <a:pPr marL="0" lvl="0" indent="0" algn="l" rtl="0">
              <a:lnSpc>
                <a:spcPct val="95000"/>
              </a:lnSpc>
              <a:spcBef>
                <a:spcPts val="0"/>
              </a:spcBef>
              <a:spcAft>
                <a:spcPts val="0"/>
              </a:spcAft>
              <a:buClr>
                <a:schemeClr val="dk1"/>
              </a:buClr>
              <a:buSzPts val="1100"/>
              <a:buFont typeface="Arial"/>
              <a:buNone/>
            </a:pPr>
            <a:endParaRPr sz="1200" b="1">
              <a:solidFill>
                <a:schemeClr val="dk1"/>
              </a:solidFill>
            </a:endParaRPr>
          </a:p>
          <a:p>
            <a:pPr marL="0" lvl="0" indent="0" algn="l" rtl="0">
              <a:lnSpc>
                <a:spcPct val="95000"/>
              </a:lnSpc>
              <a:spcBef>
                <a:spcPts val="0"/>
              </a:spcBef>
              <a:spcAft>
                <a:spcPts val="0"/>
              </a:spcAft>
              <a:buClr>
                <a:schemeClr val="dk1"/>
              </a:buClr>
              <a:buSzPts val="1100"/>
              <a:buFont typeface="Arial"/>
              <a:buNone/>
            </a:pPr>
            <a:r>
              <a:rPr lang="en-US" sz="1300" b="1">
                <a:solidFill>
                  <a:srgbClr val="242424"/>
                </a:solidFill>
                <a:highlight>
                  <a:srgbClr val="F2F2F2"/>
                </a:highlight>
                <a:latin typeface="Courier New"/>
                <a:ea typeface="Courier New"/>
                <a:cs typeface="Courier New"/>
                <a:sym typeface="Courier New"/>
              </a:rPr>
              <a:t>@app.route('/admin')</a:t>
            </a:r>
            <a:endParaRPr sz="1300" b="1">
              <a:solidFill>
                <a:srgbClr val="242424"/>
              </a:solidFill>
              <a:highlight>
                <a:srgbClr val="F2F2F2"/>
              </a:highlight>
              <a:latin typeface="Courier New"/>
              <a:ea typeface="Courier New"/>
              <a:cs typeface="Courier New"/>
              <a:sym typeface="Courier New"/>
            </a:endParaRPr>
          </a:p>
          <a:p>
            <a:pPr marL="0" lvl="0" indent="0" algn="l" rtl="0">
              <a:lnSpc>
                <a:spcPct val="95000"/>
              </a:lnSpc>
              <a:spcBef>
                <a:spcPts val="0"/>
              </a:spcBef>
              <a:spcAft>
                <a:spcPts val="0"/>
              </a:spcAft>
              <a:buClr>
                <a:schemeClr val="dk1"/>
              </a:buClr>
              <a:buSzPts val="1100"/>
              <a:buFont typeface="Arial"/>
              <a:buNone/>
            </a:pPr>
            <a:r>
              <a:rPr lang="en-US" sz="1300" b="1">
                <a:solidFill>
                  <a:srgbClr val="242424"/>
                </a:solidFill>
                <a:highlight>
                  <a:srgbClr val="F2F2F2"/>
                </a:highlight>
                <a:latin typeface="Courier New"/>
                <a:ea typeface="Courier New"/>
                <a:cs typeface="Courier New"/>
                <a:sym typeface="Courier New"/>
              </a:rPr>
              <a:t>def hello_admin():</a:t>
            </a:r>
            <a:endParaRPr sz="1300" b="1">
              <a:solidFill>
                <a:srgbClr val="242424"/>
              </a:solidFill>
              <a:highlight>
                <a:srgbClr val="F2F2F2"/>
              </a:highlight>
              <a:latin typeface="Courier New"/>
              <a:ea typeface="Courier New"/>
              <a:cs typeface="Courier New"/>
              <a:sym typeface="Courier New"/>
            </a:endParaRPr>
          </a:p>
          <a:p>
            <a:pPr marL="0" lvl="0" indent="0" algn="l" rtl="0">
              <a:lnSpc>
                <a:spcPct val="95000"/>
              </a:lnSpc>
              <a:spcBef>
                <a:spcPts val="0"/>
              </a:spcBef>
              <a:spcAft>
                <a:spcPts val="0"/>
              </a:spcAft>
              <a:buClr>
                <a:schemeClr val="dk1"/>
              </a:buClr>
              <a:buSzPts val="1100"/>
              <a:buFont typeface="Arial"/>
              <a:buNone/>
            </a:pPr>
            <a:r>
              <a:rPr lang="en-US" sz="1300" b="1">
                <a:solidFill>
                  <a:srgbClr val="242424"/>
                </a:solidFill>
                <a:highlight>
                  <a:srgbClr val="F2F2F2"/>
                </a:highlight>
                <a:latin typeface="Courier New"/>
                <a:ea typeface="Courier New"/>
                <a:cs typeface="Courier New"/>
                <a:sym typeface="Courier New"/>
              </a:rPr>
              <a:t>  return 'Hello Admin'</a:t>
            </a:r>
            <a:endParaRPr sz="1300" b="1">
              <a:solidFill>
                <a:srgbClr val="242424"/>
              </a:solidFill>
              <a:highlight>
                <a:srgbClr val="F2F2F2"/>
              </a:highlight>
              <a:latin typeface="Courier New"/>
              <a:ea typeface="Courier New"/>
              <a:cs typeface="Courier New"/>
              <a:sym typeface="Courier New"/>
            </a:endParaRPr>
          </a:p>
          <a:p>
            <a:pPr marL="0" lvl="0" indent="0" algn="l" rtl="0">
              <a:lnSpc>
                <a:spcPct val="95000"/>
              </a:lnSpc>
              <a:spcBef>
                <a:spcPts val="0"/>
              </a:spcBef>
              <a:spcAft>
                <a:spcPts val="0"/>
              </a:spcAft>
              <a:buClr>
                <a:schemeClr val="dk1"/>
              </a:buClr>
              <a:buSzPts val="1100"/>
              <a:buFont typeface="Arial"/>
              <a:buNone/>
            </a:pPr>
            <a:endParaRPr sz="1200" b="1">
              <a:solidFill>
                <a:schemeClr val="dk1"/>
              </a:solidFill>
            </a:endParaRPr>
          </a:p>
          <a:p>
            <a:pPr marL="0" lvl="0" indent="0" algn="l" rtl="0">
              <a:lnSpc>
                <a:spcPct val="95000"/>
              </a:lnSpc>
              <a:spcBef>
                <a:spcPts val="0"/>
              </a:spcBef>
              <a:spcAft>
                <a:spcPts val="0"/>
              </a:spcAft>
              <a:buClr>
                <a:schemeClr val="dk1"/>
              </a:buClr>
              <a:buSzPts val="1100"/>
              <a:buFont typeface="Arial"/>
              <a:buNone/>
            </a:pPr>
            <a:r>
              <a:rPr lang="en-US" sz="1300" b="1">
                <a:solidFill>
                  <a:srgbClr val="242424"/>
                </a:solidFill>
                <a:highlight>
                  <a:srgbClr val="F2F2F2"/>
                </a:highlight>
                <a:latin typeface="Courier New"/>
                <a:ea typeface="Courier New"/>
                <a:cs typeface="Courier New"/>
                <a:sym typeface="Courier New"/>
              </a:rPr>
              <a:t>@app.route('/guest/&lt;guest&gt;')</a:t>
            </a:r>
            <a:endParaRPr sz="1300" b="1">
              <a:solidFill>
                <a:srgbClr val="242424"/>
              </a:solidFill>
              <a:highlight>
                <a:srgbClr val="F2F2F2"/>
              </a:highlight>
              <a:latin typeface="Courier New"/>
              <a:ea typeface="Courier New"/>
              <a:cs typeface="Courier New"/>
              <a:sym typeface="Courier New"/>
            </a:endParaRPr>
          </a:p>
          <a:p>
            <a:pPr marL="0" lvl="0" indent="0" algn="l" rtl="0">
              <a:lnSpc>
                <a:spcPct val="95000"/>
              </a:lnSpc>
              <a:spcBef>
                <a:spcPts val="0"/>
              </a:spcBef>
              <a:spcAft>
                <a:spcPts val="0"/>
              </a:spcAft>
              <a:buClr>
                <a:schemeClr val="dk1"/>
              </a:buClr>
              <a:buSzPts val="1100"/>
              <a:buFont typeface="Arial"/>
              <a:buNone/>
            </a:pPr>
            <a:r>
              <a:rPr lang="en-US" sz="1300" b="1">
                <a:solidFill>
                  <a:srgbClr val="242424"/>
                </a:solidFill>
                <a:highlight>
                  <a:srgbClr val="F2F2F2"/>
                </a:highlight>
                <a:latin typeface="Courier New"/>
                <a:ea typeface="Courier New"/>
                <a:cs typeface="Courier New"/>
                <a:sym typeface="Courier New"/>
              </a:rPr>
              <a:t>def hello_guest(guest):</a:t>
            </a:r>
            <a:endParaRPr sz="1300" b="1">
              <a:solidFill>
                <a:srgbClr val="242424"/>
              </a:solidFill>
              <a:highlight>
                <a:srgbClr val="F2F2F2"/>
              </a:highlight>
              <a:latin typeface="Courier New"/>
              <a:ea typeface="Courier New"/>
              <a:cs typeface="Courier New"/>
              <a:sym typeface="Courier New"/>
            </a:endParaRPr>
          </a:p>
          <a:p>
            <a:pPr marL="0" lvl="0" indent="0" algn="l" rtl="0">
              <a:lnSpc>
                <a:spcPct val="95000"/>
              </a:lnSpc>
              <a:spcBef>
                <a:spcPts val="0"/>
              </a:spcBef>
              <a:spcAft>
                <a:spcPts val="0"/>
              </a:spcAft>
              <a:buClr>
                <a:schemeClr val="dk1"/>
              </a:buClr>
              <a:buSzPts val="1100"/>
              <a:buFont typeface="Arial"/>
              <a:buNone/>
            </a:pPr>
            <a:r>
              <a:rPr lang="en-US" sz="1300" b="1">
                <a:solidFill>
                  <a:srgbClr val="242424"/>
                </a:solidFill>
                <a:highlight>
                  <a:srgbClr val="F2F2F2"/>
                </a:highlight>
                <a:latin typeface="Courier New"/>
                <a:ea typeface="Courier New"/>
                <a:cs typeface="Courier New"/>
                <a:sym typeface="Courier New"/>
              </a:rPr>
              <a:t>  return 'Hello %s as Guest' % guest</a:t>
            </a:r>
            <a:endParaRPr sz="1300" b="1">
              <a:solidFill>
                <a:srgbClr val="242424"/>
              </a:solidFill>
              <a:highlight>
                <a:srgbClr val="F2F2F2"/>
              </a:highlight>
              <a:latin typeface="Courier New"/>
              <a:ea typeface="Courier New"/>
              <a:cs typeface="Courier New"/>
              <a:sym typeface="Courier New"/>
            </a:endParaRPr>
          </a:p>
          <a:p>
            <a:pPr marL="0" lvl="0" indent="0" algn="l" rtl="0">
              <a:lnSpc>
                <a:spcPct val="95000"/>
              </a:lnSpc>
              <a:spcBef>
                <a:spcPts val="0"/>
              </a:spcBef>
              <a:spcAft>
                <a:spcPts val="0"/>
              </a:spcAft>
              <a:buClr>
                <a:schemeClr val="dk1"/>
              </a:buClr>
              <a:buSzPts val="1100"/>
              <a:buFont typeface="Arial"/>
              <a:buNone/>
            </a:pPr>
            <a:endParaRPr sz="1200" b="1">
              <a:solidFill>
                <a:schemeClr val="dk1"/>
              </a:solidFill>
            </a:endParaRPr>
          </a:p>
          <a:p>
            <a:pPr marL="0" lvl="0" indent="0" algn="l" rtl="0">
              <a:lnSpc>
                <a:spcPct val="95000"/>
              </a:lnSpc>
              <a:spcBef>
                <a:spcPts val="0"/>
              </a:spcBef>
              <a:spcAft>
                <a:spcPts val="0"/>
              </a:spcAft>
              <a:buClr>
                <a:schemeClr val="dk1"/>
              </a:buClr>
              <a:buSzPts val="1100"/>
              <a:buFont typeface="Arial"/>
              <a:buNone/>
            </a:pPr>
            <a:r>
              <a:rPr lang="en-US" sz="1300" b="1">
                <a:solidFill>
                  <a:srgbClr val="242424"/>
                </a:solidFill>
                <a:highlight>
                  <a:srgbClr val="F2F2F2"/>
                </a:highlight>
                <a:latin typeface="Courier New"/>
                <a:ea typeface="Courier New"/>
                <a:cs typeface="Courier New"/>
                <a:sym typeface="Courier New"/>
              </a:rPr>
              <a:t>@app.route('/user/&lt;name&gt;')</a:t>
            </a:r>
            <a:endParaRPr sz="1300" b="1">
              <a:solidFill>
                <a:srgbClr val="242424"/>
              </a:solidFill>
              <a:highlight>
                <a:srgbClr val="F2F2F2"/>
              </a:highlight>
              <a:latin typeface="Courier New"/>
              <a:ea typeface="Courier New"/>
              <a:cs typeface="Courier New"/>
              <a:sym typeface="Courier New"/>
            </a:endParaRPr>
          </a:p>
          <a:p>
            <a:pPr marL="0" lvl="0" indent="0" algn="l" rtl="0">
              <a:lnSpc>
                <a:spcPct val="95000"/>
              </a:lnSpc>
              <a:spcBef>
                <a:spcPts val="0"/>
              </a:spcBef>
              <a:spcAft>
                <a:spcPts val="0"/>
              </a:spcAft>
              <a:buClr>
                <a:schemeClr val="dk1"/>
              </a:buClr>
              <a:buSzPts val="1100"/>
              <a:buFont typeface="Arial"/>
              <a:buNone/>
            </a:pPr>
            <a:r>
              <a:rPr lang="en-US" sz="1300" b="1">
                <a:solidFill>
                  <a:srgbClr val="242424"/>
                </a:solidFill>
                <a:highlight>
                  <a:srgbClr val="F2F2F2"/>
                </a:highlight>
                <a:latin typeface="Courier New"/>
                <a:ea typeface="Courier New"/>
                <a:cs typeface="Courier New"/>
                <a:sym typeface="Courier New"/>
              </a:rPr>
              <a:t>def hello_user(name):</a:t>
            </a:r>
            <a:endParaRPr sz="1300" b="1">
              <a:solidFill>
                <a:srgbClr val="242424"/>
              </a:solidFill>
              <a:highlight>
                <a:srgbClr val="F2F2F2"/>
              </a:highlight>
              <a:latin typeface="Courier New"/>
              <a:ea typeface="Courier New"/>
              <a:cs typeface="Courier New"/>
              <a:sym typeface="Courier New"/>
            </a:endParaRPr>
          </a:p>
          <a:p>
            <a:pPr marL="0" lvl="0" indent="0" algn="l" rtl="0">
              <a:lnSpc>
                <a:spcPct val="95000"/>
              </a:lnSpc>
              <a:spcBef>
                <a:spcPts val="0"/>
              </a:spcBef>
              <a:spcAft>
                <a:spcPts val="0"/>
              </a:spcAft>
              <a:buClr>
                <a:schemeClr val="dk1"/>
              </a:buClr>
              <a:buSzPts val="1100"/>
              <a:buFont typeface="Arial"/>
              <a:buNone/>
            </a:pPr>
            <a:r>
              <a:rPr lang="en-US" sz="1300" b="1">
                <a:solidFill>
                  <a:srgbClr val="242424"/>
                </a:solidFill>
                <a:highlight>
                  <a:srgbClr val="F2F2F2"/>
                </a:highlight>
                <a:latin typeface="Courier New"/>
                <a:ea typeface="Courier New"/>
                <a:cs typeface="Courier New"/>
                <a:sym typeface="Courier New"/>
              </a:rPr>
              <a:t>  if name =='admin':</a:t>
            </a:r>
            <a:endParaRPr sz="1300" b="1">
              <a:solidFill>
                <a:srgbClr val="242424"/>
              </a:solidFill>
              <a:highlight>
                <a:srgbClr val="F2F2F2"/>
              </a:highlight>
              <a:latin typeface="Courier New"/>
              <a:ea typeface="Courier New"/>
              <a:cs typeface="Courier New"/>
              <a:sym typeface="Courier New"/>
            </a:endParaRPr>
          </a:p>
          <a:p>
            <a:pPr marL="0" lvl="0" indent="0" algn="l" rtl="0">
              <a:lnSpc>
                <a:spcPct val="95000"/>
              </a:lnSpc>
              <a:spcBef>
                <a:spcPts val="0"/>
              </a:spcBef>
              <a:spcAft>
                <a:spcPts val="0"/>
              </a:spcAft>
              <a:buClr>
                <a:schemeClr val="dk1"/>
              </a:buClr>
              <a:buSzPts val="1100"/>
              <a:buFont typeface="Arial"/>
              <a:buNone/>
            </a:pPr>
            <a:r>
              <a:rPr lang="en-US" sz="1300" b="1">
                <a:solidFill>
                  <a:srgbClr val="242424"/>
                </a:solidFill>
                <a:highlight>
                  <a:srgbClr val="F2F2F2"/>
                </a:highlight>
                <a:latin typeface="Courier New"/>
                <a:ea typeface="Courier New"/>
                <a:cs typeface="Courier New"/>
                <a:sym typeface="Courier New"/>
              </a:rPr>
              <a:t>     </a:t>
            </a:r>
            <a:r>
              <a:rPr lang="en-US" sz="1300" b="1">
                <a:solidFill>
                  <a:srgbClr val="242424"/>
                </a:solidFill>
                <a:highlight>
                  <a:srgbClr val="D5A6BD"/>
                </a:highlight>
                <a:latin typeface="Courier New"/>
                <a:ea typeface="Courier New"/>
                <a:cs typeface="Courier New"/>
                <a:sym typeface="Courier New"/>
              </a:rPr>
              <a:t>return redirect(url_for('hello_admin'))</a:t>
            </a:r>
            <a:endParaRPr sz="1300" b="1">
              <a:solidFill>
                <a:srgbClr val="242424"/>
              </a:solidFill>
              <a:highlight>
                <a:srgbClr val="D5A6BD"/>
              </a:highlight>
              <a:latin typeface="Courier New"/>
              <a:ea typeface="Courier New"/>
              <a:cs typeface="Courier New"/>
              <a:sym typeface="Courier New"/>
            </a:endParaRPr>
          </a:p>
          <a:p>
            <a:pPr marL="0" lvl="0" indent="0" algn="l" rtl="0">
              <a:lnSpc>
                <a:spcPct val="95000"/>
              </a:lnSpc>
              <a:spcBef>
                <a:spcPts val="0"/>
              </a:spcBef>
              <a:spcAft>
                <a:spcPts val="0"/>
              </a:spcAft>
              <a:buClr>
                <a:schemeClr val="dk1"/>
              </a:buClr>
              <a:buSzPts val="1100"/>
              <a:buFont typeface="Arial"/>
              <a:buNone/>
            </a:pPr>
            <a:r>
              <a:rPr lang="en-US" sz="1300" b="1">
                <a:solidFill>
                  <a:srgbClr val="242424"/>
                </a:solidFill>
                <a:highlight>
                  <a:srgbClr val="F2F2F2"/>
                </a:highlight>
                <a:latin typeface="Courier New"/>
                <a:ea typeface="Courier New"/>
                <a:cs typeface="Courier New"/>
                <a:sym typeface="Courier New"/>
              </a:rPr>
              <a:t>  else:</a:t>
            </a:r>
            <a:endParaRPr sz="1300" b="1">
              <a:solidFill>
                <a:srgbClr val="242424"/>
              </a:solidFill>
              <a:highlight>
                <a:srgbClr val="F2F2F2"/>
              </a:highlight>
              <a:latin typeface="Courier New"/>
              <a:ea typeface="Courier New"/>
              <a:cs typeface="Courier New"/>
              <a:sym typeface="Courier New"/>
            </a:endParaRPr>
          </a:p>
          <a:p>
            <a:pPr marL="0" lvl="0" indent="0" algn="l" rtl="0">
              <a:lnSpc>
                <a:spcPct val="95000"/>
              </a:lnSpc>
              <a:spcBef>
                <a:spcPts val="0"/>
              </a:spcBef>
              <a:spcAft>
                <a:spcPts val="0"/>
              </a:spcAft>
              <a:buClr>
                <a:schemeClr val="dk1"/>
              </a:buClr>
              <a:buSzPts val="1100"/>
              <a:buFont typeface="Arial"/>
              <a:buNone/>
            </a:pPr>
            <a:r>
              <a:rPr lang="en-US" sz="1300" b="1">
                <a:solidFill>
                  <a:srgbClr val="242424"/>
                </a:solidFill>
                <a:highlight>
                  <a:srgbClr val="F2F2F2"/>
                </a:highlight>
                <a:latin typeface="Courier New"/>
                <a:ea typeface="Courier New"/>
                <a:cs typeface="Courier New"/>
                <a:sym typeface="Courier New"/>
              </a:rPr>
              <a:t>     </a:t>
            </a:r>
            <a:r>
              <a:rPr lang="en-US" sz="1300" b="1">
                <a:solidFill>
                  <a:srgbClr val="242424"/>
                </a:solidFill>
                <a:highlight>
                  <a:srgbClr val="D5A6BD"/>
                </a:highlight>
                <a:latin typeface="Courier New"/>
                <a:ea typeface="Courier New"/>
                <a:cs typeface="Courier New"/>
                <a:sym typeface="Courier New"/>
              </a:rPr>
              <a:t>return redirect(url_for('hello_guest',guest = name))</a:t>
            </a:r>
            <a:endParaRPr sz="1300" b="1">
              <a:solidFill>
                <a:srgbClr val="242424"/>
              </a:solidFill>
              <a:highlight>
                <a:srgbClr val="D5A6BD"/>
              </a:highlight>
              <a:latin typeface="Courier New"/>
              <a:ea typeface="Courier New"/>
              <a:cs typeface="Courier New"/>
              <a:sym typeface="Courier New"/>
            </a:endParaRPr>
          </a:p>
          <a:p>
            <a:pPr marL="0" lvl="0" indent="0" algn="l" rtl="0">
              <a:lnSpc>
                <a:spcPct val="95000"/>
              </a:lnSpc>
              <a:spcBef>
                <a:spcPts val="0"/>
              </a:spcBef>
              <a:spcAft>
                <a:spcPts val="0"/>
              </a:spcAft>
              <a:buClr>
                <a:schemeClr val="dk1"/>
              </a:buClr>
              <a:buSzPts val="1100"/>
              <a:buFont typeface="Arial"/>
              <a:buNone/>
            </a:pPr>
            <a:endParaRPr sz="1200" b="1">
              <a:solidFill>
                <a:schemeClr val="dk1"/>
              </a:solidFill>
            </a:endParaRPr>
          </a:p>
          <a:p>
            <a:pPr marL="0" lvl="0" indent="0" algn="l" rtl="0">
              <a:lnSpc>
                <a:spcPct val="95000"/>
              </a:lnSpc>
              <a:spcBef>
                <a:spcPts val="0"/>
              </a:spcBef>
              <a:spcAft>
                <a:spcPts val="0"/>
              </a:spcAft>
              <a:buClr>
                <a:schemeClr val="dk1"/>
              </a:buClr>
              <a:buSzPts val="1100"/>
              <a:buFont typeface="Arial"/>
              <a:buNone/>
            </a:pPr>
            <a:r>
              <a:rPr lang="en-US" sz="1300" b="1">
                <a:solidFill>
                  <a:srgbClr val="242424"/>
                </a:solidFill>
                <a:highlight>
                  <a:srgbClr val="F2F2F2"/>
                </a:highlight>
                <a:latin typeface="Courier New"/>
                <a:ea typeface="Courier New"/>
                <a:cs typeface="Courier New"/>
                <a:sym typeface="Courier New"/>
              </a:rPr>
              <a:t>if __name__ == '__main__':</a:t>
            </a:r>
            <a:endParaRPr sz="1300" b="1">
              <a:solidFill>
                <a:srgbClr val="242424"/>
              </a:solidFill>
              <a:highlight>
                <a:srgbClr val="F2F2F2"/>
              </a:highlight>
              <a:latin typeface="Courier New"/>
              <a:ea typeface="Courier New"/>
              <a:cs typeface="Courier New"/>
              <a:sym typeface="Courier New"/>
            </a:endParaRPr>
          </a:p>
          <a:p>
            <a:pPr marL="0" lvl="0" indent="0" algn="l" rtl="0">
              <a:lnSpc>
                <a:spcPct val="95000"/>
              </a:lnSpc>
              <a:spcBef>
                <a:spcPts val="0"/>
              </a:spcBef>
              <a:spcAft>
                <a:spcPts val="0"/>
              </a:spcAft>
              <a:buNone/>
            </a:pPr>
            <a:r>
              <a:rPr lang="en-US" sz="1300" b="1">
                <a:solidFill>
                  <a:srgbClr val="242424"/>
                </a:solidFill>
                <a:highlight>
                  <a:srgbClr val="F2F2F2"/>
                </a:highlight>
                <a:latin typeface="Courier New"/>
                <a:ea typeface="Courier New"/>
                <a:cs typeface="Courier New"/>
                <a:sym typeface="Courier New"/>
              </a:rPr>
              <a:t>  app.run(debug = True)</a:t>
            </a:r>
            <a:endParaRPr sz="1450" b="1">
              <a:solidFill>
                <a:schemeClr val="dk1"/>
              </a:solidFill>
              <a:latin typeface="Courier New"/>
              <a:ea typeface="Courier New"/>
              <a:cs typeface="Courier New"/>
              <a:sym typeface="Courier New"/>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g2cc098a7067_0_7"/>
          <p:cNvSpPr txBox="1">
            <a:spLocks noGrp="1"/>
          </p:cNvSpPr>
          <p:nvPr>
            <p:ph type="title"/>
          </p:nvPr>
        </p:nvSpPr>
        <p:spPr>
          <a:xfrm>
            <a:off x="311700" y="307650"/>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US" b="1"/>
              <a:t>Flask HTTP methods</a:t>
            </a:r>
            <a:endParaRPr b="1"/>
          </a:p>
        </p:txBody>
      </p:sp>
      <p:sp>
        <p:nvSpPr>
          <p:cNvPr id="130" name="Google Shape;130;g2cc098a7067_0_7"/>
          <p:cNvSpPr txBox="1">
            <a:spLocks noGrp="1"/>
          </p:cNvSpPr>
          <p:nvPr>
            <p:ph type="body" idx="1"/>
          </p:nvPr>
        </p:nvSpPr>
        <p:spPr>
          <a:xfrm>
            <a:off x="311700" y="971725"/>
            <a:ext cx="8520600" cy="3597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US" sz="1200">
                <a:solidFill>
                  <a:srgbClr val="333333"/>
                </a:solidFill>
                <a:highlight>
                  <a:srgbClr val="FFFFFF"/>
                </a:highlight>
                <a:latin typeface="Roboto"/>
                <a:ea typeface="Roboto"/>
                <a:cs typeface="Roboto"/>
                <a:sym typeface="Roboto"/>
              </a:rPr>
              <a:t>All web frameworks including flask need to provide several HTTP methods for data communication.</a:t>
            </a:r>
            <a:endParaRPr sz="1200">
              <a:solidFill>
                <a:srgbClr val="333333"/>
              </a:solidFill>
              <a:highlight>
                <a:srgbClr val="FFFFFF"/>
              </a:highlight>
              <a:latin typeface="Roboto"/>
              <a:ea typeface="Roboto"/>
              <a:cs typeface="Roboto"/>
              <a:sym typeface="Roboto"/>
            </a:endParaRPr>
          </a:p>
          <a:p>
            <a:pPr marL="0" lvl="0" indent="0" algn="l" rtl="0">
              <a:spcBef>
                <a:spcPts val="0"/>
              </a:spcBef>
              <a:spcAft>
                <a:spcPts val="0"/>
              </a:spcAft>
              <a:buNone/>
            </a:pPr>
            <a:r>
              <a:rPr lang="en-US" sz="1200">
                <a:solidFill>
                  <a:srgbClr val="333333"/>
                </a:solidFill>
                <a:highlight>
                  <a:srgbClr val="FFFFFF"/>
                </a:highlight>
                <a:latin typeface="Roboto"/>
                <a:ea typeface="Roboto"/>
                <a:cs typeface="Roboto"/>
                <a:sym typeface="Roboto"/>
              </a:rPr>
              <a:t>We can specify which HTTP method to be used to handle the requests </a:t>
            </a:r>
            <a:r>
              <a:rPr lang="en-US" sz="1200" b="1">
                <a:solidFill>
                  <a:srgbClr val="333333"/>
                </a:solidFill>
                <a:highlight>
                  <a:srgbClr val="FFFFFF"/>
                </a:highlight>
                <a:latin typeface="Roboto"/>
                <a:ea typeface="Roboto"/>
                <a:cs typeface="Roboto"/>
                <a:sym typeface="Roboto"/>
              </a:rPr>
              <a:t>in the route()</a:t>
            </a:r>
            <a:r>
              <a:rPr lang="en-US" sz="1200">
                <a:solidFill>
                  <a:srgbClr val="333333"/>
                </a:solidFill>
                <a:highlight>
                  <a:srgbClr val="FFFFFF"/>
                </a:highlight>
                <a:latin typeface="Roboto"/>
                <a:ea typeface="Roboto"/>
                <a:cs typeface="Roboto"/>
                <a:sym typeface="Roboto"/>
              </a:rPr>
              <a:t> function of the Flask class. By </a:t>
            </a:r>
            <a:r>
              <a:rPr lang="en-US" sz="1200" b="1">
                <a:solidFill>
                  <a:srgbClr val="333333"/>
                </a:solidFill>
                <a:highlight>
                  <a:srgbClr val="FFFFFF"/>
                </a:highlight>
                <a:latin typeface="Roboto"/>
                <a:ea typeface="Roboto"/>
                <a:cs typeface="Roboto"/>
                <a:sym typeface="Roboto"/>
              </a:rPr>
              <a:t>default</a:t>
            </a:r>
            <a:r>
              <a:rPr lang="en-US" sz="1200">
                <a:solidFill>
                  <a:srgbClr val="333333"/>
                </a:solidFill>
                <a:highlight>
                  <a:srgbClr val="FFFFFF"/>
                </a:highlight>
                <a:latin typeface="Roboto"/>
                <a:ea typeface="Roboto"/>
                <a:cs typeface="Roboto"/>
                <a:sym typeface="Roboto"/>
              </a:rPr>
              <a:t>, the requests are handled by the</a:t>
            </a:r>
            <a:r>
              <a:rPr lang="en-US" sz="1200" b="1">
                <a:solidFill>
                  <a:srgbClr val="333333"/>
                </a:solidFill>
                <a:highlight>
                  <a:srgbClr val="FFFFFF"/>
                </a:highlight>
                <a:latin typeface="Roboto"/>
                <a:ea typeface="Roboto"/>
                <a:cs typeface="Roboto"/>
                <a:sym typeface="Roboto"/>
              </a:rPr>
              <a:t> GET() method.</a:t>
            </a:r>
            <a:endParaRPr sz="1200" b="1">
              <a:solidFill>
                <a:srgbClr val="333333"/>
              </a:solidFill>
              <a:highlight>
                <a:srgbClr val="FFFFFF"/>
              </a:highlight>
              <a:latin typeface="Roboto"/>
              <a:ea typeface="Roboto"/>
              <a:cs typeface="Roboto"/>
              <a:sym typeface="Roboto"/>
            </a:endParaRPr>
          </a:p>
          <a:p>
            <a:pPr marL="0" lvl="0" indent="0" algn="l" rtl="0">
              <a:spcBef>
                <a:spcPts val="0"/>
              </a:spcBef>
              <a:spcAft>
                <a:spcPts val="0"/>
              </a:spcAft>
              <a:buNone/>
            </a:pPr>
            <a:endParaRPr sz="1200" b="1">
              <a:solidFill>
                <a:srgbClr val="333333"/>
              </a:solidFill>
              <a:highlight>
                <a:srgbClr val="FFFFFF"/>
              </a:highlight>
              <a:latin typeface="Roboto"/>
              <a:ea typeface="Roboto"/>
              <a:cs typeface="Roboto"/>
              <a:sym typeface="Roboto"/>
            </a:endParaRPr>
          </a:p>
          <a:p>
            <a:pPr marL="0" lvl="0" indent="0" algn="l" rtl="0">
              <a:spcBef>
                <a:spcPts val="0"/>
              </a:spcBef>
              <a:spcAft>
                <a:spcPts val="0"/>
              </a:spcAft>
              <a:buNone/>
            </a:pPr>
            <a:r>
              <a:rPr lang="en-US" sz="1200" b="1">
                <a:solidFill>
                  <a:srgbClr val="333333"/>
                </a:solidFill>
                <a:highlight>
                  <a:srgbClr val="FFFFFF"/>
                </a:highlight>
                <a:latin typeface="Roboto"/>
                <a:ea typeface="Roboto"/>
                <a:cs typeface="Roboto"/>
                <a:sym typeface="Roboto"/>
              </a:rPr>
              <a:t>Some method other than the common:</a:t>
            </a:r>
            <a:endParaRPr sz="1200" b="1">
              <a:solidFill>
                <a:srgbClr val="333333"/>
              </a:solidFill>
              <a:highlight>
                <a:srgbClr val="FFFFFF"/>
              </a:highlight>
              <a:latin typeface="Roboto"/>
              <a:ea typeface="Roboto"/>
              <a:cs typeface="Roboto"/>
              <a:sym typeface="Roboto"/>
            </a:endParaRPr>
          </a:p>
          <a:p>
            <a:pPr marL="0" lvl="0" indent="0" algn="l" rtl="0">
              <a:spcBef>
                <a:spcPts val="0"/>
              </a:spcBef>
              <a:spcAft>
                <a:spcPts val="0"/>
              </a:spcAft>
              <a:buNone/>
            </a:pPr>
            <a:endParaRPr sz="1200" b="1">
              <a:solidFill>
                <a:srgbClr val="333333"/>
              </a:solidFill>
              <a:highlight>
                <a:srgbClr val="FFFFFF"/>
              </a:highlight>
              <a:latin typeface="Roboto"/>
              <a:ea typeface="Roboto"/>
              <a:cs typeface="Roboto"/>
              <a:sym typeface="Roboto"/>
            </a:endParaRPr>
          </a:p>
          <a:p>
            <a:pPr marL="0" lvl="0" indent="0" algn="l" rtl="0">
              <a:spcBef>
                <a:spcPts val="0"/>
              </a:spcBef>
              <a:spcAft>
                <a:spcPts val="0"/>
              </a:spcAft>
              <a:buClr>
                <a:schemeClr val="dk1"/>
              </a:buClr>
              <a:buSzPts val="1100"/>
              <a:buFont typeface="Arial"/>
              <a:buNone/>
            </a:pPr>
            <a:r>
              <a:rPr lang="en-US" sz="1200" b="1">
                <a:solidFill>
                  <a:srgbClr val="333333"/>
                </a:solidFill>
                <a:highlight>
                  <a:srgbClr val="FFFFFF"/>
                </a:highlight>
                <a:latin typeface="Roboto"/>
                <a:ea typeface="Roboto"/>
                <a:cs typeface="Roboto"/>
                <a:sym typeface="Roboto"/>
              </a:rPr>
              <a:t>HEAD: Retrieves the resources headers, Without the resource itself. This request is like a GET request but it does not return a response body.</a:t>
            </a:r>
            <a:endParaRPr sz="1200" b="1">
              <a:solidFill>
                <a:srgbClr val="333333"/>
              </a:solidFill>
              <a:highlight>
                <a:srgbClr val="FFFFFF"/>
              </a:highlight>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200" b="1">
              <a:solidFill>
                <a:srgbClr val="333333"/>
              </a:solidFill>
              <a:highlight>
                <a:srgbClr val="FFFFFF"/>
              </a:highlight>
              <a:latin typeface="Roboto"/>
              <a:ea typeface="Roboto"/>
              <a:cs typeface="Roboto"/>
              <a:sym typeface="Roboto"/>
            </a:endParaRPr>
          </a:p>
          <a:p>
            <a:pPr marL="0" lvl="0" indent="0" algn="l" rtl="0">
              <a:spcBef>
                <a:spcPts val="0"/>
              </a:spcBef>
              <a:spcAft>
                <a:spcPts val="0"/>
              </a:spcAft>
              <a:buClr>
                <a:schemeClr val="dk1"/>
              </a:buClr>
              <a:buSzPts val="1100"/>
              <a:buFont typeface="Arial"/>
              <a:buNone/>
            </a:pPr>
            <a:r>
              <a:rPr lang="en-US" sz="1200" b="1">
                <a:solidFill>
                  <a:srgbClr val="333333"/>
                </a:solidFill>
                <a:highlight>
                  <a:srgbClr val="FFFFFF"/>
                </a:highlight>
                <a:latin typeface="Roboto"/>
                <a:ea typeface="Roboto"/>
                <a:cs typeface="Roboto"/>
                <a:sym typeface="Roboto"/>
              </a:rPr>
              <a:t>CONNECT: Establishes a tunnel to the server identified by the target resource.</a:t>
            </a:r>
            <a:endParaRPr sz="1200" b="1">
              <a:solidFill>
                <a:srgbClr val="333333"/>
              </a:solidFill>
              <a:highlight>
                <a:srgbClr val="FFFFFF"/>
              </a:highlight>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200" b="1">
              <a:solidFill>
                <a:srgbClr val="333333"/>
              </a:solidFill>
              <a:highlight>
                <a:srgbClr val="FFFFFF"/>
              </a:highlight>
              <a:latin typeface="Roboto"/>
              <a:ea typeface="Roboto"/>
              <a:cs typeface="Roboto"/>
              <a:sym typeface="Roboto"/>
            </a:endParaRPr>
          </a:p>
          <a:p>
            <a:pPr marL="0" lvl="0" indent="0" algn="l" rtl="0">
              <a:spcBef>
                <a:spcPts val="0"/>
              </a:spcBef>
              <a:spcAft>
                <a:spcPts val="0"/>
              </a:spcAft>
              <a:buClr>
                <a:schemeClr val="dk1"/>
              </a:buClr>
              <a:buSzPts val="1100"/>
              <a:buFont typeface="Arial"/>
              <a:buNone/>
            </a:pPr>
            <a:r>
              <a:rPr lang="en-US" sz="1200" b="1">
                <a:solidFill>
                  <a:srgbClr val="333333"/>
                </a:solidFill>
                <a:highlight>
                  <a:srgbClr val="FFFFFF"/>
                </a:highlight>
                <a:latin typeface="Roboto"/>
                <a:ea typeface="Roboto"/>
                <a:cs typeface="Roboto"/>
                <a:sym typeface="Roboto"/>
              </a:rPr>
              <a:t>OPTIONS: Describes the (http methods)communication options for the target resource.</a:t>
            </a:r>
            <a:endParaRPr sz="1200" b="1">
              <a:solidFill>
                <a:srgbClr val="333333"/>
              </a:solidFill>
              <a:highlight>
                <a:srgbClr val="FFFFFF"/>
              </a:highlight>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200" b="1">
              <a:solidFill>
                <a:srgbClr val="333333"/>
              </a:solidFill>
              <a:highlight>
                <a:srgbClr val="FFFFFF"/>
              </a:highlight>
              <a:latin typeface="Roboto"/>
              <a:ea typeface="Roboto"/>
              <a:cs typeface="Roboto"/>
              <a:sym typeface="Roboto"/>
            </a:endParaRPr>
          </a:p>
          <a:p>
            <a:pPr marL="0" lvl="0" indent="0" algn="l" rtl="0">
              <a:spcBef>
                <a:spcPts val="0"/>
              </a:spcBef>
              <a:spcAft>
                <a:spcPts val="0"/>
              </a:spcAft>
              <a:buClr>
                <a:schemeClr val="dk1"/>
              </a:buClr>
              <a:buSzPts val="1100"/>
              <a:buFont typeface="Arial"/>
              <a:buNone/>
            </a:pPr>
            <a:r>
              <a:rPr lang="en-US" sz="1200" b="1">
                <a:solidFill>
                  <a:srgbClr val="333333"/>
                </a:solidFill>
                <a:highlight>
                  <a:srgbClr val="FFFFFF"/>
                </a:highlight>
                <a:latin typeface="Roboto"/>
                <a:ea typeface="Roboto"/>
                <a:cs typeface="Roboto"/>
                <a:sym typeface="Roboto"/>
              </a:rPr>
              <a:t>TRACE: Performs a message loop-back test along the path to the target resource.</a:t>
            </a:r>
            <a:endParaRPr sz="1200" b="1">
              <a:solidFill>
                <a:srgbClr val="333333"/>
              </a:solidFill>
              <a:highlight>
                <a:srgbClr val="FFFFFF"/>
              </a:highlight>
              <a:latin typeface="Roboto"/>
              <a:ea typeface="Roboto"/>
              <a:cs typeface="Roboto"/>
              <a:sym typeface="Roboto"/>
            </a:endParaRPr>
          </a:p>
          <a:p>
            <a:pPr marL="0" lvl="0" indent="0" algn="l" rtl="0">
              <a:spcBef>
                <a:spcPts val="0"/>
              </a:spcBef>
              <a:spcAft>
                <a:spcPts val="0"/>
              </a:spcAft>
              <a:buNone/>
            </a:pPr>
            <a:endParaRPr sz="1200" b="1">
              <a:solidFill>
                <a:srgbClr val="333333"/>
              </a:solidFill>
              <a:highlight>
                <a:srgbClr val="FFFFFF"/>
              </a:highlight>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g2cc0d2e665d_0_0"/>
          <p:cNvSpPr txBox="1">
            <a:spLocks noGrp="1"/>
          </p:cNvSpPr>
          <p:nvPr>
            <p:ph type="title"/>
          </p:nvPr>
        </p:nvSpPr>
        <p:spPr>
          <a:xfrm>
            <a:off x="311700" y="2160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a:t>Example of http methods using flask:</a:t>
            </a:r>
            <a:endParaRPr/>
          </a:p>
        </p:txBody>
      </p:sp>
      <p:sp>
        <p:nvSpPr>
          <p:cNvPr id="136" name="Google Shape;136;g2cc0d2e665d_0_0"/>
          <p:cNvSpPr txBox="1">
            <a:spLocks noGrp="1"/>
          </p:cNvSpPr>
          <p:nvPr>
            <p:ph type="body" idx="1"/>
          </p:nvPr>
        </p:nvSpPr>
        <p:spPr>
          <a:xfrm>
            <a:off x="311700" y="893025"/>
            <a:ext cx="3722700" cy="1864500"/>
          </a:xfrm>
          <a:prstGeom prst="rect">
            <a:avLst/>
          </a:prstGeom>
        </p:spPr>
        <p:txBody>
          <a:bodyPr spcFirstLastPara="1" wrap="square" lIns="91425" tIns="91425" rIns="91425" bIns="91425" anchor="t" anchorCtr="0">
            <a:noAutofit/>
          </a:bodyPr>
          <a:lstStyle/>
          <a:p>
            <a:pPr marL="101600" marR="50800" lvl="0" indent="0" algn="l" rtl="0">
              <a:lnSpc>
                <a:spcPct val="135000"/>
              </a:lnSpc>
              <a:spcBef>
                <a:spcPts val="0"/>
              </a:spcBef>
              <a:spcAft>
                <a:spcPts val="0"/>
              </a:spcAft>
              <a:buNone/>
            </a:pPr>
            <a:endParaRPr sz="1200" b="1">
              <a:solidFill>
                <a:schemeClr val="dk1"/>
              </a:solidFill>
              <a:latin typeface="Courier New"/>
              <a:ea typeface="Courier New"/>
              <a:cs typeface="Courier New"/>
              <a:sym typeface="Courier New"/>
            </a:endParaRPr>
          </a:p>
          <a:p>
            <a:pPr marL="101600" marR="50800" lvl="0" indent="0" algn="l" rtl="0">
              <a:lnSpc>
                <a:spcPct val="135000"/>
              </a:lnSpc>
              <a:spcBef>
                <a:spcPts val="0"/>
              </a:spcBef>
              <a:spcAft>
                <a:spcPts val="0"/>
              </a:spcAft>
              <a:buNone/>
            </a:pPr>
            <a:r>
              <a:rPr lang="en-US" sz="1600" b="1">
                <a:solidFill>
                  <a:schemeClr val="dk1"/>
                </a:solidFill>
                <a:latin typeface="Courier New"/>
                <a:ea typeface="Courier New"/>
                <a:cs typeface="Courier New"/>
                <a:sym typeface="Courier New"/>
              </a:rPr>
              <a:t>Single Http Method:</a:t>
            </a:r>
            <a:endParaRPr sz="1600" b="1">
              <a:solidFill>
                <a:schemeClr val="dk1"/>
              </a:solidFill>
              <a:latin typeface="Courier New"/>
              <a:ea typeface="Courier New"/>
              <a:cs typeface="Courier New"/>
              <a:sym typeface="Courier New"/>
            </a:endParaRPr>
          </a:p>
          <a:p>
            <a:pPr marL="101600" marR="50800" lvl="0" indent="0" algn="l" rtl="0">
              <a:lnSpc>
                <a:spcPct val="135000"/>
              </a:lnSpc>
              <a:spcBef>
                <a:spcPts val="0"/>
              </a:spcBef>
              <a:spcAft>
                <a:spcPts val="0"/>
              </a:spcAft>
              <a:buNone/>
            </a:pPr>
            <a:endParaRPr sz="1200" b="1">
              <a:solidFill>
                <a:schemeClr val="dk1"/>
              </a:solidFill>
              <a:latin typeface="Courier New"/>
              <a:ea typeface="Courier New"/>
              <a:cs typeface="Courier New"/>
              <a:sym typeface="Courier New"/>
            </a:endParaRPr>
          </a:p>
          <a:p>
            <a:pPr marL="101600" marR="50800" lvl="0" indent="0" algn="l" rtl="0">
              <a:lnSpc>
                <a:spcPct val="135000"/>
              </a:lnSpc>
              <a:spcBef>
                <a:spcPts val="0"/>
              </a:spcBef>
              <a:spcAft>
                <a:spcPts val="0"/>
              </a:spcAft>
              <a:buClr>
                <a:schemeClr val="dk1"/>
              </a:buClr>
              <a:buSzPts val="1100"/>
              <a:buFont typeface="Arial"/>
              <a:buNone/>
            </a:pPr>
            <a:r>
              <a:rPr lang="en-US" sz="1300" b="1">
                <a:solidFill>
                  <a:schemeClr val="dk1"/>
                </a:solidFill>
                <a:latin typeface="Courier New"/>
                <a:ea typeface="Courier New"/>
                <a:cs typeface="Courier New"/>
                <a:sym typeface="Courier New"/>
              </a:rPr>
              <a:t>@app.route('/',methods=['GET'])</a:t>
            </a:r>
            <a:endParaRPr sz="1300" b="1">
              <a:solidFill>
                <a:schemeClr val="dk1"/>
              </a:solidFill>
              <a:latin typeface="Courier New"/>
              <a:ea typeface="Courier New"/>
              <a:cs typeface="Courier New"/>
              <a:sym typeface="Courier New"/>
            </a:endParaRPr>
          </a:p>
          <a:p>
            <a:pPr marL="101600" marR="50800" lvl="0" indent="0" algn="l" rtl="0">
              <a:lnSpc>
                <a:spcPct val="135000"/>
              </a:lnSpc>
              <a:spcBef>
                <a:spcPts val="0"/>
              </a:spcBef>
              <a:spcAft>
                <a:spcPts val="0"/>
              </a:spcAft>
              <a:buClr>
                <a:schemeClr val="dk1"/>
              </a:buClr>
              <a:buSzPts val="1100"/>
              <a:buFont typeface="Arial"/>
              <a:buNone/>
            </a:pPr>
            <a:r>
              <a:rPr lang="en-US" sz="1300" b="1">
                <a:solidFill>
                  <a:schemeClr val="dk1"/>
                </a:solidFill>
                <a:latin typeface="Courier New"/>
                <a:ea typeface="Courier New"/>
                <a:cs typeface="Courier New"/>
                <a:sym typeface="Courier New"/>
              </a:rPr>
              <a:t>def index():</a:t>
            </a:r>
            <a:endParaRPr sz="1300" b="1">
              <a:solidFill>
                <a:schemeClr val="dk1"/>
              </a:solidFill>
              <a:latin typeface="Courier New"/>
              <a:ea typeface="Courier New"/>
              <a:cs typeface="Courier New"/>
              <a:sym typeface="Courier New"/>
            </a:endParaRPr>
          </a:p>
          <a:p>
            <a:pPr marL="101600" marR="50800" lvl="0" indent="0" algn="l" rtl="0">
              <a:lnSpc>
                <a:spcPct val="135000"/>
              </a:lnSpc>
              <a:spcBef>
                <a:spcPts val="0"/>
              </a:spcBef>
              <a:spcAft>
                <a:spcPts val="0"/>
              </a:spcAft>
              <a:buClr>
                <a:schemeClr val="dk1"/>
              </a:buClr>
              <a:buSzPts val="1100"/>
              <a:buFont typeface="Arial"/>
              <a:buNone/>
            </a:pPr>
            <a:r>
              <a:rPr lang="en-US" sz="1300" b="1">
                <a:solidFill>
                  <a:schemeClr val="dk1"/>
                </a:solidFill>
                <a:highlight>
                  <a:srgbClr val="E8F2FE"/>
                </a:highlight>
                <a:latin typeface="Courier New"/>
                <a:ea typeface="Courier New"/>
                <a:cs typeface="Courier New"/>
                <a:sym typeface="Courier New"/>
              </a:rPr>
              <a:t>   return "Hello, World!"</a:t>
            </a:r>
            <a:endParaRPr sz="1300" b="1">
              <a:solidFill>
                <a:schemeClr val="dk1"/>
              </a:solidFill>
              <a:highlight>
                <a:srgbClr val="E8F2FE"/>
              </a:highlight>
              <a:latin typeface="Courier New"/>
              <a:ea typeface="Courier New"/>
              <a:cs typeface="Courier New"/>
              <a:sym typeface="Courier New"/>
            </a:endParaRPr>
          </a:p>
          <a:p>
            <a:pPr marL="0" lvl="0" indent="0" algn="l" rtl="0">
              <a:spcBef>
                <a:spcPts val="0"/>
              </a:spcBef>
              <a:spcAft>
                <a:spcPts val="0"/>
              </a:spcAft>
              <a:buNone/>
            </a:pPr>
            <a:endParaRPr sz="1300" b="1">
              <a:solidFill>
                <a:schemeClr val="dk1"/>
              </a:solidFill>
            </a:endParaRPr>
          </a:p>
        </p:txBody>
      </p:sp>
      <p:sp>
        <p:nvSpPr>
          <p:cNvPr id="137" name="Google Shape;137;g2cc0d2e665d_0_0"/>
          <p:cNvSpPr txBox="1">
            <a:spLocks noGrp="1"/>
          </p:cNvSpPr>
          <p:nvPr>
            <p:ph type="body" idx="1"/>
          </p:nvPr>
        </p:nvSpPr>
        <p:spPr>
          <a:xfrm>
            <a:off x="4361400" y="893025"/>
            <a:ext cx="4470900" cy="2627700"/>
          </a:xfrm>
          <a:prstGeom prst="rect">
            <a:avLst/>
          </a:prstGeom>
        </p:spPr>
        <p:txBody>
          <a:bodyPr spcFirstLastPara="1" wrap="square" lIns="91425" tIns="91425" rIns="91425" bIns="91425" anchor="t" anchorCtr="0">
            <a:noAutofit/>
          </a:bodyPr>
          <a:lstStyle/>
          <a:p>
            <a:pPr marL="101600" marR="50800" lvl="0" indent="0" algn="l" rtl="0">
              <a:lnSpc>
                <a:spcPct val="135000"/>
              </a:lnSpc>
              <a:spcBef>
                <a:spcPts val="0"/>
              </a:spcBef>
              <a:spcAft>
                <a:spcPts val="0"/>
              </a:spcAft>
              <a:buNone/>
            </a:pPr>
            <a:endParaRPr sz="1200">
              <a:solidFill>
                <a:schemeClr val="dk1"/>
              </a:solidFill>
              <a:latin typeface="Courier New"/>
              <a:ea typeface="Courier New"/>
              <a:cs typeface="Courier New"/>
              <a:sym typeface="Courier New"/>
            </a:endParaRPr>
          </a:p>
          <a:p>
            <a:pPr marL="101600" marR="50800" lvl="0" indent="0" algn="l" rtl="0">
              <a:lnSpc>
                <a:spcPct val="135000"/>
              </a:lnSpc>
              <a:spcBef>
                <a:spcPts val="0"/>
              </a:spcBef>
              <a:spcAft>
                <a:spcPts val="0"/>
              </a:spcAft>
              <a:buNone/>
            </a:pPr>
            <a:r>
              <a:rPr lang="en-US" sz="1600" b="1">
                <a:solidFill>
                  <a:schemeClr val="dk1"/>
                </a:solidFill>
                <a:latin typeface="Courier New"/>
                <a:ea typeface="Courier New"/>
                <a:cs typeface="Courier New"/>
                <a:sym typeface="Courier New"/>
              </a:rPr>
              <a:t>Multiple Http Methods:</a:t>
            </a:r>
            <a:endParaRPr sz="1600" b="1">
              <a:solidFill>
                <a:schemeClr val="dk1"/>
              </a:solidFill>
              <a:latin typeface="Courier New"/>
              <a:ea typeface="Courier New"/>
              <a:cs typeface="Courier New"/>
              <a:sym typeface="Courier New"/>
            </a:endParaRPr>
          </a:p>
          <a:p>
            <a:pPr marL="101600" marR="50800" lvl="0" indent="0" algn="l" rtl="0">
              <a:lnSpc>
                <a:spcPct val="135000"/>
              </a:lnSpc>
              <a:spcBef>
                <a:spcPts val="0"/>
              </a:spcBef>
              <a:spcAft>
                <a:spcPts val="0"/>
              </a:spcAft>
              <a:buNone/>
            </a:pPr>
            <a:endParaRPr sz="1200">
              <a:solidFill>
                <a:schemeClr val="dk1"/>
              </a:solidFill>
              <a:latin typeface="Courier New"/>
              <a:ea typeface="Courier New"/>
              <a:cs typeface="Courier New"/>
              <a:sym typeface="Courier New"/>
            </a:endParaRPr>
          </a:p>
          <a:p>
            <a:pPr marL="101600" marR="50800" lvl="0" indent="0" algn="l" rtl="0">
              <a:lnSpc>
                <a:spcPct val="135000"/>
              </a:lnSpc>
              <a:spcBef>
                <a:spcPts val="0"/>
              </a:spcBef>
              <a:spcAft>
                <a:spcPts val="0"/>
              </a:spcAft>
              <a:buNone/>
            </a:pPr>
            <a:r>
              <a:rPr lang="en-US" sz="1300" b="1">
                <a:solidFill>
                  <a:schemeClr val="dk1"/>
                </a:solidFill>
                <a:highlight>
                  <a:srgbClr val="F5F5F5"/>
                </a:highlight>
                <a:latin typeface="Courier New"/>
                <a:ea typeface="Courier New"/>
                <a:cs typeface="Courier New"/>
                <a:sym typeface="Courier New"/>
              </a:rPr>
              <a:t>from flask import request</a:t>
            </a:r>
            <a:endParaRPr sz="1300" b="1">
              <a:solidFill>
                <a:schemeClr val="dk1"/>
              </a:solidFill>
              <a:highlight>
                <a:srgbClr val="F5F5F5"/>
              </a:highlight>
              <a:latin typeface="Courier New"/>
              <a:ea typeface="Courier New"/>
              <a:cs typeface="Courier New"/>
              <a:sym typeface="Courier New"/>
            </a:endParaRPr>
          </a:p>
          <a:p>
            <a:pPr marL="101600" marR="50800" lvl="0" indent="0" algn="l" rtl="0">
              <a:lnSpc>
                <a:spcPct val="135000"/>
              </a:lnSpc>
              <a:spcBef>
                <a:spcPts val="0"/>
              </a:spcBef>
              <a:spcAft>
                <a:spcPts val="0"/>
              </a:spcAft>
              <a:buNone/>
            </a:pPr>
            <a:endParaRPr sz="1300" b="1">
              <a:solidFill>
                <a:schemeClr val="dk1"/>
              </a:solidFill>
              <a:highlight>
                <a:srgbClr val="F5F5F5"/>
              </a:highlight>
              <a:latin typeface="Courier New"/>
              <a:ea typeface="Courier New"/>
              <a:cs typeface="Courier New"/>
              <a:sym typeface="Courier New"/>
            </a:endParaRPr>
          </a:p>
          <a:p>
            <a:pPr marL="101600" marR="50800" lvl="0" indent="0" algn="l" rtl="0">
              <a:lnSpc>
                <a:spcPct val="135000"/>
              </a:lnSpc>
              <a:spcBef>
                <a:spcPts val="0"/>
              </a:spcBef>
              <a:spcAft>
                <a:spcPts val="0"/>
              </a:spcAft>
              <a:buNone/>
            </a:pPr>
            <a:r>
              <a:rPr lang="en-US" sz="1300" b="1">
                <a:solidFill>
                  <a:schemeClr val="dk1"/>
                </a:solidFill>
                <a:highlight>
                  <a:srgbClr val="F5F5F5"/>
                </a:highlight>
                <a:latin typeface="Courier New"/>
                <a:ea typeface="Courier New"/>
                <a:cs typeface="Courier New"/>
                <a:sym typeface="Courier New"/>
              </a:rPr>
              <a:t>@users_blueprint.route('/register', methods=['GET', 'POST'])</a:t>
            </a:r>
            <a:endParaRPr sz="1300" b="1">
              <a:solidFill>
                <a:schemeClr val="dk1"/>
              </a:solidFill>
              <a:highlight>
                <a:srgbClr val="F5F5F5"/>
              </a:highlight>
              <a:latin typeface="Courier New"/>
              <a:ea typeface="Courier New"/>
              <a:cs typeface="Courier New"/>
              <a:sym typeface="Courier New"/>
            </a:endParaRPr>
          </a:p>
          <a:p>
            <a:pPr marL="101600" marR="50800" lvl="0" indent="0" algn="l" rtl="0">
              <a:lnSpc>
                <a:spcPct val="135000"/>
              </a:lnSpc>
              <a:spcBef>
                <a:spcPts val="0"/>
              </a:spcBef>
              <a:spcAft>
                <a:spcPts val="0"/>
              </a:spcAft>
              <a:buNone/>
            </a:pPr>
            <a:r>
              <a:rPr lang="en-US" sz="1300" b="1">
                <a:solidFill>
                  <a:schemeClr val="dk1"/>
                </a:solidFill>
                <a:highlight>
                  <a:srgbClr val="F5F5F5"/>
                </a:highlight>
                <a:latin typeface="Courier New"/>
                <a:ea typeface="Courier New"/>
                <a:cs typeface="Courier New"/>
                <a:sym typeface="Courier New"/>
              </a:rPr>
              <a:t>def register():</a:t>
            </a:r>
            <a:endParaRPr sz="1300" b="1">
              <a:solidFill>
                <a:schemeClr val="dk1"/>
              </a:solidFill>
              <a:highlight>
                <a:srgbClr val="F5F5F5"/>
              </a:highlight>
              <a:latin typeface="Courier New"/>
              <a:ea typeface="Courier New"/>
              <a:cs typeface="Courier New"/>
              <a:sym typeface="Courier New"/>
            </a:endParaRPr>
          </a:p>
          <a:p>
            <a:pPr marL="101600" marR="50800" lvl="0" indent="0" algn="l" rtl="0">
              <a:lnSpc>
                <a:spcPct val="135000"/>
              </a:lnSpc>
              <a:spcBef>
                <a:spcPts val="0"/>
              </a:spcBef>
              <a:spcAft>
                <a:spcPts val="0"/>
              </a:spcAft>
              <a:buNone/>
            </a:pPr>
            <a:r>
              <a:rPr lang="en-US" sz="1300" b="1">
                <a:solidFill>
                  <a:schemeClr val="dk1"/>
                </a:solidFill>
                <a:highlight>
                  <a:srgbClr val="F5F5F5"/>
                </a:highlight>
                <a:latin typeface="Courier New"/>
                <a:ea typeface="Courier New"/>
                <a:cs typeface="Courier New"/>
                <a:sym typeface="Courier New"/>
              </a:rPr>
              <a:t>    if request.method == 'POST':</a:t>
            </a:r>
            <a:endParaRPr sz="1300" b="1">
              <a:solidFill>
                <a:schemeClr val="dk1"/>
              </a:solidFill>
              <a:highlight>
                <a:srgbClr val="F5F5F5"/>
              </a:highlight>
              <a:latin typeface="Courier New"/>
              <a:ea typeface="Courier New"/>
              <a:cs typeface="Courier New"/>
              <a:sym typeface="Courier New"/>
            </a:endParaRPr>
          </a:p>
          <a:p>
            <a:pPr marL="101600" marR="50800" lvl="0" indent="0" algn="l" rtl="0">
              <a:lnSpc>
                <a:spcPct val="135000"/>
              </a:lnSpc>
              <a:spcBef>
                <a:spcPts val="0"/>
              </a:spcBef>
              <a:spcAft>
                <a:spcPts val="0"/>
              </a:spcAft>
              <a:buNone/>
            </a:pPr>
            <a:r>
              <a:rPr lang="en-US" sz="1300" b="1">
                <a:solidFill>
                  <a:schemeClr val="dk1"/>
                </a:solidFill>
                <a:highlight>
                  <a:srgbClr val="F5F5F5"/>
                </a:highlight>
                <a:latin typeface="Courier New"/>
                <a:ea typeface="Courier New"/>
                <a:cs typeface="Courier New"/>
                <a:sym typeface="Courier New"/>
              </a:rPr>
              <a:t>        </a:t>
            </a:r>
            <a:r>
              <a:rPr lang="en-US" sz="1300" b="1" i="1">
                <a:solidFill>
                  <a:schemeClr val="dk1"/>
                </a:solidFill>
                <a:highlight>
                  <a:srgbClr val="F5F5F5"/>
                </a:highlight>
                <a:latin typeface="Courier New"/>
                <a:ea typeface="Courier New"/>
                <a:cs typeface="Courier New"/>
                <a:sym typeface="Courier New"/>
              </a:rPr>
              <a:t># Validate request</a:t>
            </a:r>
            <a:endParaRPr sz="1300" b="1">
              <a:solidFill>
                <a:schemeClr val="dk1"/>
              </a:solidFill>
              <a:highlight>
                <a:srgbClr val="F5F5F5"/>
              </a:highlight>
              <a:latin typeface="Courier New"/>
              <a:ea typeface="Courier New"/>
              <a:cs typeface="Courier New"/>
              <a:sym typeface="Courier New"/>
            </a:endParaRPr>
          </a:p>
          <a:p>
            <a:pPr marL="101600" marR="50800" lvl="0" indent="0" algn="l" rtl="0">
              <a:lnSpc>
                <a:spcPct val="135000"/>
              </a:lnSpc>
              <a:spcBef>
                <a:spcPts val="0"/>
              </a:spcBef>
              <a:spcAft>
                <a:spcPts val="0"/>
              </a:spcAft>
              <a:buNone/>
            </a:pPr>
            <a:r>
              <a:rPr lang="en-US" sz="1300" b="1">
                <a:solidFill>
                  <a:schemeClr val="dk1"/>
                </a:solidFill>
                <a:highlight>
                  <a:srgbClr val="F5F5F5"/>
                </a:highlight>
                <a:latin typeface="Courier New"/>
                <a:ea typeface="Courier New"/>
                <a:cs typeface="Courier New"/>
                <a:sym typeface="Courier New"/>
              </a:rPr>
              <a:t>        return '&lt;p&gt;New user registered!&lt;/p&gt;'</a:t>
            </a:r>
            <a:endParaRPr sz="1300" b="1">
              <a:solidFill>
                <a:schemeClr val="dk1"/>
              </a:solidFill>
              <a:highlight>
                <a:srgbClr val="F5F5F5"/>
              </a:highlight>
              <a:latin typeface="Courier New"/>
              <a:ea typeface="Courier New"/>
              <a:cs typeface="Courier New"/>
              <a:sym typeface="Courier New"/>
            </a:endParaRPr>
          </a:p>
          <a:p>
            <a:pPr marL="101600" marR="50800" lvl="0" indent="0" algn="l" rtl="0">
              <a:lnSpc>
                <a:spcPct val="135000"/>
              </a:lnSpc>
              <a:spcBef>
                <a:spcPts val="0"/>
              </a:spcBef>
              <a:spcAft>
                <a:spcPts val="0"/>
              </a:spcAft>
              <a:buNone/>
            </a:pPr>
            <a:endParaRPr sz="1300" b="1">
              <a:solidFill>
                <a:schemeClr val="dk1"/>
              </a:solidFill>
              <a:highlight>
                <a:srgbClr val="F5F5F5"/>
              </a:highlight>
              <a:latin typeface="Courier New"/>
              <a:ea typeface="Courier New"/>
              <a:cs typeface="Courier New"/>
              <a:sym typeface="Courier New"/>
            </a:endParaRPr>
          </a:p>
          <a:p>
            <a:pPr marL="114300" marR="114300" lvl="0" indent="0" algn="l" rtl="0">
              <a:spcBef>
                <a:spcPts val="0"/>
              </a:spcBef>
              <a:spcAft>
                <a:spcPts val="0"/>
              </a:spcAft>
              <a:buNone/>
            </a:pPr>
            <a:r>
              <a:rPr lang="en-US" sz="1300" b="1">
                <a:solidFill>
                  <a:schemeClr val="dk1"/>
                </a:solidFill>
                <a:highlight>
                  <a:srgbClr val="F5F5F5"/>
                </a:highlight>
                <a:latin typeface="Courier New"/>
                <a:ea typeface="Courier New"/>
                <a:cs typeface="Courier New"/>
                <a:sym typeface="Courier New"/>
              </a:rPr>
              <a:t>    return '&lt;h2&gt;Registration Form&lt;/h2&gt;'</a:t>
            </a:r>
            <a:endParaRPr sz="1300" b="1">
              <a:solidFill>
                <a:schemeClr val="dk1"/>
              </a:solidFill>
              <a:highlight>
                <a:srgbClr val="F5F5F5"/>
              </a:highlight>
              <a:latin typeface="Courier New"/>
              <a:ea typeface="Courier New"/>
              <a:cs typeface="Courier New"/>
              <a:sym typeface="Courier New"/>
            </a:endParaRPr>
          </a:p>
          <a:p>
            <a:pPr marL="101600" marR="50800" lvl="0" indent="0" algn="l" rtl="0">
              <a:lnSpc>
                <a:spcPct val="135000"/>
              </a:lnSpc>
              <a:spcBef>
                <a:spcPts val="0"/>
              </a:spcBef>
              <a:spcAft>
                <a:spcPts val="0"/>
              </a:spcAft>
              <a:buNone/>
            </a:pPr>
            <a:endParaRPr sz="1300" b="1">
              <a:solidFill>
                <a:schemeClr val="dk1"/>
              </a:solidFill>
              <a:latin typeface="Courier New"/>
              <a:ea typeface="Courier New"/>
              <a:cs typeface="Courier New"/>
              <a:sym typeface="Courier New"/>
            </a:endParaRPr>
          </a:p>
          <a:p>
            <a:pPr marL="0" lvl="0" indent="0" algn="l" rtl="0">
              <a:spcBef>
                <a:spcPts val="0"/>
              </a:spcBef>
              <a:spcAft>
                <a:spcPts val="0"/>
              </a:spcAft>
              <a:buNone/>
            </a:pPr>
            <a:endParaRPr sz="12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g2cc0d2e665d_0_8"/>
          <p:cNvSpPr txBox="1">
            <a:spLocks noGrp="1"/>
          </p:cNvSpPr>
          <p:nvPr>
            <p:ph type="title"/>
          </p:nvPr>
        </p:nvSpPr>
        <p:spPr>
          <a:xfrm>
            <a:off x="311700" y="147550"/>
            <a:ext cx="8520600" cy="732900"/>
          </a:xfrm>
          <a:prstGeom prst="rect">
            <a:avLst/>
          </a:prstGeom>
        </p:spPr>
        <p:txBody>
          <a:bodyPr spcFirstLastPara="1" wrap="square" lIns="91425" tIns="91425" rIns="91425" bIns="91425" anchor="t" anchorCtr="0">
            <a:noAutofit/>
          </a:bodyPr>
          <a:lstStyle/>
          <a:p>
            <a:pPr marL="0" lvl="0" indent="0" algn="ctr" rtl="0">
              <a:lnSpc>
                <a:spcPct val="130000"/>
              </a:lnSpc>
              <a:spcBef>
                <a:spcPts val="0"/>
              </a:spcBef>
              <a:spcAft>
                <a:spcPts val="0"/>
              </a:spcAft>
              <a:buClr>
                <a:schemeClr val="dk1"/>
              </a:buClr>
              <a:buSzPts val="990"/>
              <a:buFont typeface="Arial"/>
              <a:buNone/>
            </a:pPr>
            <a:r>
              <a:rPr lang="en-US" sz="2415" b="1">
                <a:solidFill>
                  <a:srgbClr val="444444"/>
                </a:solidFill>
                <a:highlight>
                  <a:srgbClr val="FFFFFF"/>
                </a:highlight>
              </a:rPr>
              <a:t>Error Handling in Flask</a:t>
            </a:r>
            <a:endParaRPr sz="2415" b="1">
              <a:solidFill>
                <a:srgbClr val="444444"/>
              </a:solidFill>
              <a:highlight>
                <a:srgbClr val="FFFFFF"/>
              </a:highlight>
            </a:endParaRPr>
          </a:p>
          <a:p>
            <a:pPr marL="0" lvl="0" indent="0" algn="l" rtl="0">
              <a:spcBef>
                <a:spcPts val="1100"/>
              </a:spcBef>
              <a:spcAft>
                <a:spcPts val="0"/>
              </a:spcAft>
              <a:buSzPts val="990"/>
              <a:buNone/>
            </a:pPr>
            <a:endParaRPr sz="2820"/>
          </a:p>
        </p:txBody>
      </p:sp>
      <p:sp>
        <p:nvSpPr>
          <p:cNvPr id="143" name="Google Shape;143;g2cc0d2e665d_0_8"/>
          <p:cNvSpPr txBox="1">
            <a:spLocks noGrp="1"/>
          </p:cNvSpPr>
          <p:nvPr>
            <p:ph type="body" idx="1"/>
          </p:nvPr>
        </p:nvSpPr>
        <p:spPr>
          <a:xfrm>
            <a:off x="311700" y="670575"/>
            <a:ext cx="8520600" cy="4517400"/>
          </a:xfrm>
          <a:prstGeom prst="rect">
            <a:avLst/>
          </a:prstGeom>
        </p:spPr>
        <p:txBody>
          <a:bodyPr spcFirstLastPara="1" wrap="square" lIns="91425" tIns="91425" rIns="91425" bIns="91425" anchor="t" anchorCtr="0">
            <a:noAutofit/>
          </a:bodyPr>
          <a:lstStyle/>
          <a:p>
            <a:pPr marL="457200" lvl="0" indent="-346075" algn="l" rtl="0">
              <a:spcBef>
                <a:spcPts val="1000"/>
              </a:spcBef>
              <a:spcAft>
                <a:spcPts val="0"/>
              </a:spcAft>
              <a:buClr>
                <a:srgbClr val="444444"/>
              </a:buClr>
              <a:buSzPts val="1850"/>
              <a:buFont typeface="Georgia"/>
              <a:buChar char="●"/>
            </a:pPr>
            <a:r>
              <a:rPr lang="en-US" sz="1850">
                <a:solidFill>
                  <a:srgbClr val="444444"/>
                </a:solidFill>
                <a:highlight>
                  <a:srgbClr val="FFFFFF"/>
                </a:highlight>
                <a:latin typeface="Georgia"/>
                <a:ea typeface="Georgia"/>
                <a:cs typeface="Georgia"/>
                <a:sym typeface="Georgia"/>
              </a:rPr>
              <a:t>Flask makes it easy to handle errors by using the </a:t>
            </a:r>
            <a:r>
              <a:rPr lang="en-US" sz="1850" b="1">
                <a:solidFill>
                  <a:srgbClr val="444444"/>
                </a:solidFill>
                <a:highlight>
                  <a:srgbClr val="FFFFFF"/>
                </a:highlight>
                <a:latin typeface="Georgia"/>
                <a:ea typeface="Georgia"/>
                <a:cs typeface="Georgia"/>
                <a:sym typeface="Georgia"/>
              </a:rPr>
              <a:t>abort function</a:t>
            </a:r>
            <a:r>
              <a:rPr lang="en-US" sz="1850">
                <a:solidFill>
                  <a:srgbClr val="444444"/>
                </a:solidFill>
                <a:highlight>
                  <a:srgbClr val="FFFFFF"/>
                </a:highlight>
                <a:latin typeface="Georgia"/>
                <a:ea typeface="Georgia"/>
                <a:cs typeface="Georgia"/>
                <a:sym typeface="Georgia"/>
              </a:rPr>
              <a:t> from the flask module. </a:t>
            </a:r>
            <a:endParaRPr sz="1850">
              <a:solidFill>
                <a:srgbClr val="444444"/>
              </a:solidFill>
              <a:highlight>
                <a:srgbClr val="FFFFFF"/>
              </a:highlight>
              <a:latin typeface="Georgia"/>
              <a:ea typeface="Georgia"/>
              <a:cs typeface="Georgia"/>
              <a:sym typeface="Georgia"/>
            </a:endParaRPr>
          </a:p>
          <a:p>
            <a:pPr marL="457200" lvl="0" indent="-346075" algn="l" rtl="0">
              <a:spcBef>
                <a:spcPts val="1000"/>
              </a:spcBef>
              <a:spcAft>
                <a:spcPts val="0"/>
              </a:spcAft>
              <a:buClr>
                <a:srgbClr val="444444"/>
              </a:buClr>
              <a:buSzPts val="1850"/>
              <a:buFont typeface="Georgia"/>
              <a:buChar char="●"/>
            </a:pPr>
            <a:r>
              <a:rPr lang="en-US" sz="1850">
                <a:solidFill>
                  <a:srgbClr val="444444"/>
                </a:solidFill>
                <a:highlight>
                  <a:srgbClr val="FFFFFF"/>
                </a:highlight>
                <a:latin typeface="Georgia"/>
                <a:ea typeface="Georgia"/>
                <a:cs typeface="Georgia"/>
                <a:sym typeface="Georgia"/>
              </a:rPr>
              <a:t>The abort function raises </a:t>
            </a:r>
            <a:r>
              <a:rPr lang="en-US" sz="1850" b="1">
                <a:solidFill>
                  <a:srgbClr val="444444"/>
                </a:solidFill>
                <a:highlight>
                  <a:srgbClr val="FFFFFF"/>
                </a:highlight>
                <a:latin typeface="Georgia"/>
                <a:ea typeface="Georgia"/>
                <a:cs typeface="Georgia"/>
                <a:sym typeface="Georgia"/>
              </a:rPr>
              <a:t>an HTTPException,</a:t>
            </a:r>
            <a:r>
              <a:rPr lang="en-US" sz="1850">
                <a:solidFill>
                  <a:srgbClr val="444444"/>
                </a:solidFill>
                <a:highlight>
                  <a:srgbClr val="FFFFFF"/>
                </a:highlight>
                <a:latin typeface="Georgia"/>
                <a:ea typeface="Georgia"/>
                <a:cs typeface="Georgia"/>
                <a:sym typeface="Georgia"/>
              </a:rPr>
              <a:t> which can be caught by an error handler to return </a:t>
            </a:r>
            <a:r>
              <a:rPr lang="en-US" sz="1850" b="1">
                <a:solidFill>
                  <a:srgbClr val="444444"/>
                </a:solidFill>
                <a:highlight>
                  <a:srgbClr val="FFFFFF"/>
                </a:highlight>
                <a:latin typeface="Georgia"/>
                <a:ea typeface="Georgia"/>
                <a:cs typeface="Georgia"/>
                <a:sym typeface="Georgia"/>
              </a:rPr>
              <a:t>a custom error response</a:t>
            </a:r>
            <a:r>
              <a:rPr lang="en-US" sz="1850">
                <a:solidFill>
                  <a:srgbClr val="444444"/>
                </a:solidFill>
                <a:highlight>
                  <a:srgbClr val="FFFFFF"/>
                </a:highlight>
                <a:latin typeface="Georgia"/>
                <a:ea typeface="Georgia"/>
                <a:cs typeface="Georgia"/>
                <a:sym typeface="Georgia"/>
              </a:rPr>
              <a:t> to the client.</a:t>
            </a:r>
            <a:endParaRPr sz="1850">
              <a:solidFill>
                <a:srgbClr val="444444"/>
              </a:solidFill>
              <a:highlight>
                <a:srgbClr val="FFFFFF"/>
              </a:highlight>
              <a:latin typeface="Georgia"/>
              <a:ea typeface="Georgia"/>
              <a:cs typeface="Georgia"/>
              <a:sym typeface="Georgia"/>
            </a:endParaRPr>
          </a:p>
          <a:p>
            <a:pPr marL="457200" lvl="0" indent="-346075" algn="l" rtl="0">
              <a:spcBef>
                <a:spcPts val="1000"/>
              </a:spcBef>
              <a:spcAft>
                <a:spcPts val="0"/>
              </a:spcAft>
              <a:buClr>
                <a:srgbClr val="444444"/>
              </a:buClr>
              <a:buSzPts val="1850"/>
              <a:buFont typeface="Georgia"/>
              <a:buChar char="●"/>
            </a:pPr>
            <a:r>
              <a:rPr lang="en-US" sz="1850" b="1">
                <a:solidFill>
                  <a:srgbClr val="444444"/>
                </a:solidFill>
                <a:highlight>
                  <a:srgbClr val="FFFFFF"/>
                </a:highlight>
                <a:latin typeface="Georgia"/>
                <a:ea typeface="Georgia"/>
                <a:cs typeface="Georgia"/>
                <a:sym typeface="Georgia"/>
              </a:rPr>
              <a:t>Abort() function </a:t>
            </a:r>
            <a:r>
              <a:rPr lang="en-US" sz="1850">
                <a:solidFill>
                  <a:srgbClr val="444444"/>
                </a:solidFill>
                <a:highlight>
                  <a:srgbClr val="FFFFFF"/>
                </a:highlight>
                <a:latin typeface="Georgia"/>
                <a:ea typeface="Georgia"/>
                <a:cs typeface="Georgia"/>
                <a:sym typeface="Georgia"/>
              </a:rPr>
              <a:t>that aborts a request with a HTTP error from werkzeug as desired. It will also provide a </a:t>
            </a:r>
            <a:r>
              <a:rPr lang="en-US" sz="1850" b="1">
                <a:solidFill>
                  <a:srgbClr val="444444"/>
                </a:solidFill>
                <a:highlight>
                  <a:srgbClr val="FFFFFF"/>
                </a:highlight>
                <a:latin typeface="Georgia"/>
                <a:ea typeface="Georgia"/>
                <a:cs typeface="Georgia"/>
                <a:sym typeface="Georgia"/>
              </a:rPr>
              <a:t>plain black and white error page</a:t>
            </a:r>
            <a:r>
              <a:rPr lang="en-US" sz="1850">
                <a:solidFill>
                  <a:srgbClr val="444444"/>
                </a:solidFill>
                <a:highlight>
                  <a:srgbClr val="FFFFFF"/>
                </a:highlight>
                <a:latin typeface="Georgia"/>
                <a:ea typeface="Georgia"/>
                <a:cs typeface="Georgia"/>
                <a:sym typeface="Georgia"/>
              </a:rPr>
              <a:t> for you with a basic description, but nothing fancy.</a:t>
            </a:r>
            <a:endParaRPr sz="1850">
              <a:solidFill>
                <a:srgbClr val="444444"/>
              </a:solidFill>
              <a:highlight>
                <a:srgbClr val="FFFFFF"/>
              </a:highlight>
              <a:latin typeface="Georgia"/>
              <a:ea typeface="Georgia"/>
              <a:cs typeface="Georgia"/>
              <a:sym typeface="Georgia"/>
            </a:endParaRPr>
          </a:p>
          <a:p>
            <a:pPr marL="457200" lvl="0" indent="-346075" algn="l" rtl="0">
              <a:spcBef>
                <a:spcPts val="1000"/>
              </a:spcBef>
              <a:spcAft>
                <a:spcPts val="0"/>
              </a:spcAft>
              <a:buClr>
                <a:srgbClr val="444444"/>
              </a:buClr>
              <a:buSzPts val="1850"/>
              <a:buFont typeface="Georgia"/>
              <a:buChar char="●"/>
            </a:pPr>
            <a:r>
              <a:rPr lang="en-US" sz="1850">
                <a:solidFill>
                  <a:srgbClr val="444444"/>
                </a:solidFill>
                <a:highlight>
                  <a:srgbClr val="FFFFFF"/>
                </a:highlight>
                <a:latin typeface="Georgia"/>
                <a:ea typeface="Georgia"/>
                <a:cs typeface="Georgia"/>
                <a:sym typeface="Georgia"/>
              </a:rPr>
              <a:t>In Flask, for 400/404/405/500 errors, </a:t>
            </a:r>
            <a:r>
              <a:rPr lang="en-US" sz="1850" b="1">
                <a:solidFill>
                  <a:srgbClr val="444444"/>
                </a:solidFill>
                <a:highlight>
                  <a:srgbClr val="FFFFFF"/>
                </a:highlight>
                <a:latin typeface="Georgia"/>
                <a:ea typeface="Georgia"/>
                <a:cs typeface="Georgia"/>
                <a:sym typeface="Georgia"/>
              </a:rPr>
              <a:t>a default error response will be generated.</a:t>
            </a:r>
            <a:r>
              <a:rPr lang="en-US" sz="1850">
                <a:solidFill>
                  <a:srgbClr val="444444"/>
                </a:solidFill>
                <a:highlight>
                  <a:srgbClr val="FFFFFF"/>
                </a:highlight>
                <a:latin typeface="Georgia"/>
                <a:ea typeface="Georgia"/>
                <a:cs typeface="Georgia"/>
                <a:sym typeface="Georgia"/>
              </a:rPr>
              <a:t> The default error response will be in HTML format with a default error message and error description.</a:t>
            </a:r>
            <a:endParaRPr sz="1850">
              <a:solidFill>
                <a:srgbClr val="444444"/>
              </a:solidFill>
              <a:highlight>
                <a:srgbClr val="FFFFFF"/>
              </a:highlight>
              <a:latin typeface="Georgia"/>
              <a:ea typeface="Georgia"/>
              <a:cs typeface="Georgia"/>
              <a:sym typeface="Georgia"/>
            </a:endParaRPr>
          </a:p>
          <a:p>
            <a:pPr marL="457200" lvl="0" indent="-346075" algn="l" rtl="0">
              <a:spcBef>
                <a:spcPts val="1000"/>
              </a:spcBef>
              <a:spcAft>
                <a:spcPts val="0"/>
              </a:spcAft>
              <a:buClr>
                <a:srgbClr val="444444"/>
              </a:buClr>
              <a:buSzPts val="1850"/>
              <a:buFont typeface="Georgia"/>
              <a:buChar char="●"/>
            </a:pPr>
            <a:r>
              <a:rPr lang="en-US" sz="1850">
                <a:solidFill>
                  <a:srgbClr val="444444"/>
                </a:solidFill>
                <a:highlight>
                  <a:srgbClr val="FFFFFF"/>
                </a:highlight>
                <a:latin typeface="Georgia"/>
                <a:ea typeface="Georgia"/>
                <a:cs typeface="Georgia"/>
                <a:sym typeface="Georgia"/>
              </a:rPr>
              <a:t>Similarly </a:t>
            </a:r>
            <a:r>
              <a:rPr lang="en-US" sz="1850" b="1">
                <a:solidFill>
                  <a:srgbClr val="444444"/>
                </a:solidFill>
                <a:highlight>
                  <a:srgbClr val="FFFFFF"/>
                </a:highlight>
                <a:latin typeface="Georgia"/>
                <a:ea typeface="Georgia"/>
                <a:cs typeface="Georgia"/>
                <a:sym typeface="Georgia"/>
              </a:rPr>
              <a:t>Errorhandler</a:t>
            </a:r>
            <a:r>
              <a:rPr lang="en-US" sz="1850">
                <a:solidFill>
                  <a:srgbClr val="444444"/>
                </a:solidFill>
                <a:highlight>
                  <a:srgbClr val="FFFFFF"/>
                </a:highlight>
                <a:latin typeface="Georgia"/>
                <a:ea typeface="Georgia"/>
                <a:cs typeface="Georgia"/>
                <a:sym typeface="Georgia"/>
              </a:rPr>
              <a:t> can be used to create a customised error  function.</a:t>
            </a:r>
            <a:endParaRPr sz="1850">
              <a:solidFill>
                <a:srgbClr val="444444"/>
              </a:solidFill>
              <a:highlight>
                <a:srgbClr val="FFFFFF"/>
              </a:highlight>
              <a:latin typeface="Georgia"/>
              <a:ea typeface="Georgia"/>
              <a:cs typeface="Georgia"/>
              <a:sym typeface="Georgia"/>
            </a:endParaRPr>
          </a:p>
          <a:p>
            <a:pPr marL="457200" lvl="0" indent="0" algn="l" rtl="0">
              <a:spcBef>
                <a:spcPts val="1000"/>
              </a:spcBef>
              <a:spcAft>
                <a:spcPts val="0"/>
              </a:spcAft>
              <a:buNone/>
            </a:pPr>
            <a:endParaRPr sz="1850">
              <a:solidFill>
                <a:srgbClr val="444444"/>
              </a:solidFill>
              <a:highlight>
                <a:srgbClr val="FFFFFF"/>
              </a:highlight>
              <a:latin typeface="Georgia"/>
              <a:ea typeface="Georgia"/>
              <a:cs typeface="Georgia"/>
              <a:sym typeface="Georgi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g2cc0d2e665d_1_2"/>
          <p:cNvSpPr txBox="1">
            <a:spLocks noGrp="1"/>
          </p:cNvSpPr>
          <p:nvPr>
            <p:ph type="title"/>
          </p:nvPr>
        </p:nvSpPr>
        <p:spPr>
          <a:xfrm>
            <a:off x="311700" y="1703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a:t>Example</a:t>
            </a:r>
            <a:endParaRPr/>
          </a:p>
        </p:txBody>
      </p:sp>
      <p:sp>
        <p:nvSpPr>
          <p:cNvPr id="149" name="Google Shape;149;g2cc0d2e665d_1_2"/>
          <p:cNvSpPr txBox="1">
            <a:spLocks noGrp="1"/>
          </p:cNvSpPr>
          <p:nvPr>
            <p:ph type="body" idx="1"/>
          </p:nvPr>
        </p:nvSpPr>
        <p:spPr>
          <a:xfrm>
            <a:off x="311700" y="743000"/>
            <a:ext cx="8520600" cy="4166400"/>
          </a:xfrm>
          <a:prstGeom prst="rect">
            <a:avLst/>
          </a:prstGeom>
        </p:spPr>
        <p:txBody>
          <a:bodyPr spcFirstLastPara="1" wrap="square" lIns="91425" tIns="91425" rIns="91425" bIns="91425" anchor="t" anchorCtr="0">
            <a:noAutofit/>
          </a:bodyPr>
          <a:lstStyle/>
          <a:p>
            <a:pPr marL="101600" marR="50800" lvl="0" indent="0" algn="l" rtl="0">
              <a:lnSpc>
                <a:spcPct val="125000"/>
              </a:lnSpc>
              <a:spcBef>
                <a:spcPts val="0"/>
              </a:spcBef>
              <a:spcAft>
                <a:spcPts val="0"/>
              </a:spcAft>
              <a:buNone/>
            </a:pPr>
            <a:r>
              <a:rPr lang="en-US" sz="1400">
                <a:solidFill>
                  <a:schemeClr val="dk1"/>
                </a:solidFill>
                <a:latin typeface="Roboto Mono"/>
                <a:ea typeface="Roboto Mono"/>
                <a:cs typeface="Roboto Mono"/>
                <a:sym typeface="Roboto Mono"/>
              </a:rPr>
              <a:t>From</a:t>
            </a:r>
            <a:r>
              <a:rPr lang="en-US" sz="1400">
                <a:solidFill>
                  <a:srgbClr val="36464E"/>
                </a:solidFill>
                <a:highlight>
                  <a:srgbClr val="F5F5F5"/>
                </a:highlight>
                <a:latin typeface="Roboto Mono"/>
                <a:ea typeface="Roboto Mono"/>
                <a:cs typeface="Roboto Mono"/>
                <a:sym typeface="Roboto Mono"/>
              </a:rPr>
              <a:t> </a:t>
            </a:r>
            <a:r>
              <a:rPr lang="en-US" sz="1400">
                <a:solidFill>
                  <a:schemeClr val="dk1"/>
                </a:solidFill>
                <a:latin typeface="Roboto Mono"/>
                <a:ea typeface="Roboto Mono"/>
                <a:cs typeface="Roboto Mono"/>
                <a:sym typeface="Roboto Mono"/>
              </a:rPr>
              <a:t>apiflask</a:t>
            </a:r>
            <a:r>
              <a:rPr lang="en-US" sz="1400">
                <a:solidFill>
                  <a:srgbClr val="36464E"/>
                </a:solidFill>
                <a:highlight>
                  <a:srgbClr val="F5F5F5"/>
                </a:highlight>
                <a:latin typeface="Roboto Mono"/>
                <a:ea typeface="Roboto Mono"/>
                <a:cs typeface="Roboto Mono"/>
                <a:sym typeface="Roboto Mono"/>
              </a:rPr>
              <a:t> </a:t>
            </a:r>
            <a:r>
              <a:rPr lang="en-US" sz="1400">
                <a:solidFill>
                  <a:schemeClr val="dk1"/>
                </a:solidFill>
                <a:latin typeface="Roboto Mono"/>
                <a:ea typeface="Roboto Mono"/>
                <a:cs typeface="Roboto Mono"/>
                <a:sym typeface="Roboto Mono"/>
              </a:rPr>
              <a:t>import</a:t>
            </a:r>
            <a:r>
              <a:rPr lang="en-US" sz="1400">
                <a:solidFill>
                  <a:srgbClr val="36464E"/>
                </a:solidFill>
                <a:highlight>
                  <a:srgbClr val="F5F5F5"/>
                </a:highlight>
                <a:latin typeface="Roboto Mono"/>
                <a:ea typeface="Roboto Mono"/>
                <a:cs typeface="Roboto Mono"/>
                <a:sym typeface="Roboto Mono"/>
              </a:rPr>
              <a:t> </a:t>
            </a:r>
            <a:r>
              <a:rPr lang="en-US" sz="1400">
                <a:solidFill>
                  <a:srgbClr val="36464E"/>
                </a:solidFill>
                <a:latin typeface="Roboto Mono"/>
                <a:ea typeface="Roboto Mono"/>
                <a:cs typeface="Roboto Mono"/>
                <a:sym typeface="Roboto Mono"/>
              </a:rPr>
              <a:t>abort</a:t>
            </a:r>
            <a:endParaRPr sz="1400">
              <a:solidFill>
                <a:srgbClr val="36464E"/>
              </a:solidFill>
              <a:highlight>
                <a:srgbClr val="F5F5F5"/>
              </a:highlight>
              <a:latin typeface="Roboto Mono"/>
              <a:ea typeface="Roboto Mono"/>
              <a:cs typeface="Roboto Mono"/>
              <a:sym typeface="Roboto Mono"/>
            </a:endParaRPr>
          </a:p>
          <a:p>
            <a:pPr marL="0" marR="50800" lvl="0" indent="0" algn="l" rtl="0">
              <a:lnSpc>
                <a:spcPct val="125000"/>
              </a:lnSpc>
              <a:spcBef>
                <a:spcPts val="0"/>
              </a:spcBef>
              <a:spcAft>
                <a:spcPts val="0"/>
              </a:spcAft>
              <a:buNone/>
            </a:pPr>
            <a:endParaRPr sz="1400">
              <a:solidFill>
                <a:srgbClr val="36464E"/>
              </a:solidFill>
              <a:highlight>
                <a:srgbClr val="F5F5F5"/>
              </a:highlight>
              <a:latin typeface="Roboto Mono"/>
              <a:ea typeface="Roboto Mono"/>
              <a:cs typeface="Roboto Mono"/>
              <a:sym typeface="Roboto Mono"/>
            </a:endParaRPr>
          </a:p>
          <a:p>
            <a:pPr marL="101600" marR="50800" lvl="0" indent="0" algn="l" rtl="0">
              <a:lnSpc>
                <a:spcPct val="125000"/>
              </a:lnSpc>
              <a:spcBef>
                <a:spcPts val="0"/>
              </a:spcBef>
              <a:spcAft>
                <a:spcPts val="0"/>
              </a:spcAft>
              <a:buNone/>
            </a:pPr>
            <a:r>
              <a:rPr lang="en-US" sz="1400">
                <a:solidFill>
                  <a:schemeClr val="dk1"/>
                </a:solidFill>
                <a:latin typeface="Roboto Mono"/>
                <a:ea typeface="Roboto Mono"/>
                <a:cs typeface="Roboto Mono"/>
                <a:sym typeface="Roboto Mono"/>
              </a:rPr>
              <a:t>@app.</a:t>
            </a:r>
            <a:r>
              <a:rPr lang="en-US" sz="1400">
                <a:solidFill>
                  <a:srgbClr val="36464E"/>
                </a:solidFill>
                <a:latin typeface="Roboto Mono"/>
                <a:ea typeface="Roboto Mono"/>
                <a:cs typeface="Roboto Mono"/>
                <a:sym typeface="Roboto Mono"/>
              </a:rPr>
              <a:t>route</a:t>
            </a:r>
            <a:r>
              <a:rPr lang="en-US" sz="1400">
                <a:solidFill>
                  <a:schemeClr val="dk1"/>
                </a:solidFill>
                <a:latin typeface="Roboto Mono"/>
                <a:ea typeface="Roboto Mono"/>
                <a:cs typeface="Roboto Mono"/>
                <a:sym typeface="Roboto Mono"/>
              </a:rPr>
              <a:t>('/')</a:t>
            </a:r>
            <a:endParaRPr sz="1400">
              <a:solidFill>
                <a:srgbClr val="36464E"/>
              </a:solidFill>
              <a:highlight>
                <a:srgbClr val="F5F5F5"/>
              </a:highlight>
              <a:latin typeface="Roboto Mono"/>
              <a:ea typeface="Roboto Mono"/>
              <a:cs typeface="Roboto Mono"/>
              <a:sym typeface="Roboto Mono"/>
            </a:endParaRPr>
          </a:p>
          <a:p>
            <a:pPr marL="101600" marR="50800" lvl="0" indent="0" algn="l" rtl="0">
              <a:lnSpc>
                <a:spcPct val="125000"/>
              </a:lnSpc>
              <a:spcBef>
                <a:spcPts val="0"/>
              </a:spcBef>
              <a:spcAft>
                <a:spcPts val="0"/>
              </a:spcAft>
              <a:buNone/>
            </a:pPr>
            <a:r>
              <a:rPr lang="en-US" sz="1400">
                <a:solidFill>
                  <a:schemeClr val="dk1"/>
                </a:solidFill>
                <a:latin typeface="Roboto Mono"/>
                <a:ea typeface="Roboto Mono"/>
                <a:cs typeface="Roboto Mono"/>
                <a:sym typeface="Roboto Mono"/>
              </a:rPr>
              <a:t>def</a:t>
            </a:r>
            <a:r>
              <a:rPr lang="en-US" sz="1400">
                <a:solidFill>
                  <a:srgbClr val="36464E"/>
                </a:solidFill>
                <a:highlight>
                  <a:srgbClr val="F5F5F5"/>
                </a:highlight>
                <a:latin typeface="Roboto Mono"/>
                <a:ea typeface="Roboto Mono"/>
                <a:cs typeface="Roboto Mono"/>
                <a:sym typeface="Roboto Mono"/>
              </a:rPr>
              <a:t> </a:t>
            </a:r>
            <a:r>
              <a:rPr lang="en-US" sz="1400">
                <a:solidFill>
                  <a:schemeClr val="dk1"/>
                </a:solidFill>
                <a:latin typeface="Roboto Mono"/>
                <a:ea typeface="Roboto Mono"/>
                <a:cs typeface="Roboto Mono"/>
                <a:sym typeface="Roboto Mono"/>
              </a:rPr>
              <a:t>hello():</a:t>
            </a:r>
            <a:endParaRPr sz="1400">
              <a:solidFill>
                <a:srgbClr val="36464E"/>
              </a:solidFill>
              <a:highlight>
                <a:srgbClr val="F5F5F5"/>
              </a:highlight>
              <a:latin typeface="Roboto Mono"/>
              <a:ea typeface="Roboto Mono"/>
              <a:cs typeface="Roboto Mono"/>
              <a:sym typeface="Roboto Mono"/>
            </a:endParaRPr>
          </a:p>
          <a:p>
            <a:pPr marL="101600" marR="50800" lvl="0" indent="0" algn="l" rtl="0">
              <a:lnSpc>
                <a:spcPct val="125000"/>
              </a:lnSpc>
              <a:spcBef>
                <a:spcPts val="0"/>
              </a:spcBef>
              <a:spcAft>
                <a:spcPts val="0"/>
              </a:spcAft>
              <a:buNone/>
            </a:pPr>
            <a:r>
              <a:rPr lang="en-US" sz="1400">
                <a:solidFill>
                  <a:srgbClr val="36464E"/>
                </a:solidFill>
                <a:highlight>
                  <a:srgbClr val="F5F5F5"/>
                </a:highlight>
                <a:latin typeface="Roboto Mono"/>
                <a:ea typeface="Roboto Mono"/>
                <a:cs typeface="Roboto Mono"/>
                <a:sym typeface="Roboto Mono"/>
              </a:rPr>
              <a:t>    </a:t>
            </a:r>
            <a:r>
              <a:rPr lang="en-US" sz="1400">
                <a:solidFill>
                  <a:srgbClr val="36464E"/>
                </a:solidFill>
                <a:latin typeface="Roboto Mono"/>
                <a:ea typeface="Roboto Mono"/>
                <a:cs typeface="Roboto Mono"/>
                <a:sym typeface="Roboto Mono"/>
              </a:rPr>
              <a:t>abort</a:t>
            </a:r>
            <a:r>
              <a:rPr lang="en-US" sz="1400">
                <a:solidFill>
                  <a:schemeClr val="dk1"/>
                </a:solidFill>
                <a:latin typeface="Roboto Mono"/>
                <a:ea typeface="Roboto Mono"/>
                <a:cs typeface="Roboto Mono"/>
                <a:sym typeface="Roboto Mono"/>
              </a:rPr>
              <a:t>(400,</a:t>
            </a:r>
            <a:r>
              <a:rPr lang="en-US" sz="1400">
                <a:solidFill>
                  <a:srgbClr val="36464E"/>
                </a:solidFill>
                <a:highlight>
                  <a:srgbClr val="F5F5F5"/>
                </a:highlight>
                <a:latin typeface="Roboto Mono"/>
                <a:ea typeface="Roboto Mono"/>
                <a:cs typeface="Roboto Mono"/>
                <a:sym typeface="Roboto Mono"/>
              </a:rPr>
              <a:t> </a:t>
            </a:r>
            <a:r>
              <a:rPr lang="en-US" sz="1400">
                <a:solidFill>
                  <a:srgbClr val="36464E"/>
                </a:solidFill>
                <a:latin typeface="Roboto Mono"/>
                <a:ea typeface="Roboto Mono"/>
                <a:cs typeface="Roboto Mono"/>
                <a:sym typeface="Roboto Mono"/>
              </a:rPr>
              <a:t>message</a:t>
            </a:r>
            <a:r>
              <a:rPr lang="en-US" sz="1400">
                <a:solidFill>
                  <a:schemeClr val="dk1"/>
                </a:solidFill>
                <a:latin typeface="Roboto Mono"/>
                <a:ea typeface="Roboto Mono"/>
                <a:cs typeface="Roboto Mono"/>
                <a:sym typeface="Roboto Mono"/>
              </a:rPr>
              <a:t>='Something is wrong...',</a:t>
            </a:r>
            <a:r>
              <a:rPr lang="en-US" sz="1400">
                <a:solidFill>
                  <a:srgbClr val="36464E"/>
                </a:solidFill>
                <a:latin typeface="Roboto Mono"/>
                <a:ea typeface="Roboto Mono"/>
                <a:cs typeface="Roboto Mono"/>
                <a:sym typeface="Roboto Mono"/>
              </a:rPr>
              <a:t>extra_data</a:t>
            </a:r>
            <a:r>
              <a:rPr lang="en-US" sz="1400">
                <a:solidFill>
                  <a:schemeClr val="dk1"/>
                </a:solidFill>
                <a:latin typeface="Roboto Mono"/>
                <a:ea typeface="Roboto Mono"/>
                <a:cs typeface="Roboto Mono"/>
                <a:sym typeface="Roboto Mono"/>
              </a:rPr>
              <a:t>={</a:t>
            </a:r>
            <a:endParaRPr sz="1400">
              <a:solidFill>
                <a:srgbClr val="36464E"/>
              </a:solidFill>
              <a:highlight>
                <a:srgbClr val="F5F5F5"/>
              </a:highlight>
              <a:latin typeface="Roboto Mono"/>
              <a:ea typeface="Roboto Mono"/>
              <a:cs typeface="Roboto Mono"/>
              <a:sym typeface="Roboto Mono"/>
            </a:endParaRPr>
          </a:p>
          <a:p>
            <a:pPr marL="101600" marR="50800" lvl="0" indent="0" algn="l" rtl="0">
              <a:lnSpc>
                <a:spcPct val="125000"/>
              </a:lnSpc>
              <a:spcBef>
                <a:spcPts val="0"/>
              </a:spcBef>
              <a:spcAft>
                <a:spcPts val="0"/>
              </a:spcAft>
              <a:buNone/>
            </a:pPr>
            <a:r>
              <a:rPr lang="en-US" sz="1400">
                <a:solidFill>
                  <a:srgbClr val="36464E"/>
                </a:solidFill>
                <a:highlight>
                  <a:srgbClr val="F5F5F5"/>
                </a:highlight>
                <a:latin typeface="Roboto Mono"/>
                <a:ea typeface="Roboto Mono"/>
                <a:cs typeface="Roboto Mono"/>
                <a:sym typeface="Roboto Mono"/>
              </a:rPr>
              <a:t>        </a:t>
            </a:r>
            <a:r>
              <a:rPr lang="en-US" sz="1400">
                <a:solidFill>
                  <a:schemeClr val="dk1"/>
                </a:solidFill>
                <a:latin typeface="Roboto Mono"/>
                <a:ea typeface="Roboto Mono"/>
                <a:cs typeface="Roboto Mono"/>
                <a:sym typeface="Roboto Mono"/>
              </a:rPr>
              <a:t>'docs':</a:t>
            </a:r>
            <a:r>
              <a:rPr lang="en-US" sz="1400">
                <a:solidFill>
                  <a:srgbClr val="36464E"/>
                </a:solidFill>
                <a:highlight>
                  <a:srgbClr val="F5F5F5"/>
                </a:highlight>
                <a:latin typeface="Roboto Mono"/>
                <a:ea typeface="Roboto Mono"/>
                <a:cs typeface="Roboto Mono"/>
                <a:sym typeface="Roboto Mono"/>
              </a:rPr>
              <a:t> </a:t>
            </a:r>
            <a:r>
              <a:rPr lang="en-US" sz="1400">
                <a:solidFill>
                  <a:schemeClr val="dk1"/>
                </a:solidFill>
                <a:latin typeface="Roboto Mono"/>
                <a:ea typeface="Roboto Mono"/>
                <a:cs typeface="Roboto Mono"/>
                <a:sym typeface="Roboto Mono"/>
              </a:rPr>
              <a:t>'http://example.com',</a:t>
            </a:r>
            <a:endParaRPr sz="1400">
              <a:solidFill>
                <a:srgbClr val="36464E"/>
              </a:solidFill>
              <a:highlight>
                <a:srgbClr val="F5F5F5"/>
              </a:highlight>
              <a:latin typeface="Roboto Mono"/>
              <a:ea typeface="Roboto Mono"/>
              <a:cs typeface="Roboto Mono"/>
              <a:sym typeface="Roboto Mono"/>
            </a:endParaRPr>
          </a:p>
          <a:p>
            <a:pPr marL="101600" marR="50800" lvl="0" indent="0" algn="l" rtl="0">
              <a:lnSpc>
                <a:spcPct val="125000"/>
              </a:lnSpc>
              <a:spcBef>
                <a:spcPts val="0"/>
              </a:spcBef>
              <a:spcAft>
                <a:spcPts val="0"/>
              </a:spcAft>
              <a:buNone/>
            </a:pPr>
            <a:r>
              <a:rPr lang="en-US" sz="1400">
                <a:solidFill>
                  <a:srgbClr val="36464E"/>
                </a:solidFill>
                <a:highlight>
                  <a:srgbClr val="F5F5F5"/>
                </a:highlight>
                <a:latin typeface="Roboto Mono"/>
                <a:ea typeface="Roboto Mono"/>
                <a:cs typeface="Roboto Mono"/>
                <a:sym typeface="Roboto Mono"/>
              </a:rPr>
              <a:t>        </a:t>
            </a:r>
            <a:r>
              <a:rPr lang="en-US" sz="1400">
                <a:solidFill>
                  <a:schemeClr val="dk1"/>
                </a:solidFill>
                <a:latin typeface="Roboto Mono"/>
                <a:ea typeface="Roboto Mono"/>
                <a:cs typeface="Roboto Mono"/>
                <a:sym typeface="Roboto Mono"/>
              </a:rPr>
              <a:t>'error_code':</a:t>
            </a:r>
            <a:r>
              <a:rPr lang="en-US" sz="1400">
                <a:solidFill>
                  <a:srgbClr val="36464E"/>
                </a:solidFill>
                <a:highlight>
                  <a:srgbClr val="F5F5F5"/>
                </a:highlight>
                <a:latin typeface="Roboto Mono"/>
                <a:ea typeface="Roboto Mono"/>
                <a:cs typeface="Roboto Mono"/>
                <a:sym typeface="Roboto Mono"/>
              </a:rPr>
              <a:t> </a:t>
            </a:r>
            <a:r>
              <a:rPr lang="en-US" sz="1400">
                <a:solidFill>
                  <a:schemeClr val="dk1"/>
                </a:solidFill>
                <a:latin typeface="Roboto Mono"/>
                <a:ea typeface="Roboto Mono"/>
                <a:cs typeface="Roboto Mono"/>
                <a:sym typeface="Roboto Mono"/>
              </a:rPr>
              <a:t>1234</a:t>
            </a:r>
            <a:endParaRPr sz="1400">
              <a:solidFill>
                <a:srgbClr val="36464E"/>
              </a:solidFill>
              <a:highlight>
                <a:srgbClr val="F5F5F5"/>
              </a:highlight>
              <a:latin typeface="Roboto Mono"/>
              <a:ea typeface="Roboto Mono"/>
              <a:cs typeface="Roboto Mono"/>
              <a:sym typeface="Roboto Mono"/>
            </a:endParaRPr>
          </a:p>
          <a:p>
            <a:pPr marL="101600" marR="50800" lvl="0" indent="0" algn="l" rtl="0">
              <a:lnSpc>
                <a:spcPct val="125000"/>
              </a:lnSpc>
              <a:spcBef>
                <a:spcPts val="0"/>
              </a:spcBef>
              <a:spcAft>
                <a:spcPts val="0"/>
              </a:spcAft>
              <a:buNone/>
            </a:pPr>
            <a:r>
              <a:rPr lang="en-US" sz="1400">
                <a:solidFill>
                  <a:srgbClr val="36464E"/>
                </a:solidFill>
                <a:highlight>
                  <a:srgbClr val="F5F5F5"/>
                </a:highlight>
                <a:latin typeface="Roboto Mono"/>
                <a:ea typeface="Roboto Mono"/>
                <a:cs typeface="Roboto Mono"/>
                <a:sym typeface="Roboto Mono"/>
              </a:rPr>
              <a:t>    </a:t>
            </a:r>
            <a:r>
              <a:rPr lang="en-US" sz="1400">
                <a:solidFill>
                  <a:schemeClr val="dk1"/>
                </a:solidFill>
                <a:latin typeface="Roboto Mono"/>
                <a:ea typeface="Roboto Mono"/>
                <a:cs typeface="Roboto Mono"/>
                <a:sym typeface="Roboto Mono"/>
              </a:rPr>
              <a:t>})</a:t>
            </a:r>
            <a:endParaRPr sz="1400">
              <a:solidFill>
                <a:srgbClr val="36464E"/>
              </a:solidFill>
              <a:highlight>
                <a:srgbClr val="F5F5F5"/>
              </a:highlight>
              <a:latin typeface="Roboto Mono"/>
              <a:ea typeface="Roboto Mono"/>
              <a:cs typeface="Roboto Mono"/>
              <a:sym typeface="Roboto Mono"/>
            </a:endParaRPr>
          </a:p>
          <a:p>
            <a:pPr marL="101600" marR="50800" lvl="0" indent="0" algn="l" rtl="0">
              <a:lnSpc>
                <a:spcPct val="125000"/>
              </a:lnSpc>
              <a:spcBef>
                <a:spcPts val="0"/>
              </a:spcBef>
              <a:spcAft>
                <a:spcPts val="0"/>
              </a:spcAft>
              <a:buClr>
                <a:schemeClr val="dk1"/>
              </a:buClr>
              <a:buSzPts val="1100"/>
              <a:buFont typeface="Arial"/>
              <a:buNone/>
            </a:pPr>
            <a:r>
              <a:rPr lang="en-US" sz="1400">
                <a:solidFill>
                  <a:srgbClr val="36464E"/>
                </a:solidFill>
                <a:highlight>
                  <a:srgbClr val="F5F5F5"/>
                </a:highlight>
                <a:latin typeface="Roboto Mono"/>
                <a:ea typeface="Roboto Mono"/>
                <a:cs typeface="Roboto Mono"/>
                <a:sym typeface="Roboto Mono"/>
              </a:rPr>
              <a:t>    </a:t>
            </a:r>
            <a:r>
              <a:rPr lang="en-US" sz="1400">
                <a:solidFill>
                  <a:schemeClr val="dk1"/>
                </a:solidFill>
                <a:latin typeface="Roboto Mono"/>
                <a:ea typeface="Roboto Mono"/>
                <a:cs typeface="Roboto Mono"/>
                <a:sym typeface="Roboto Mono"/>
              </a:rPr>
              <a:t>return</a:t>
            </a:r>
            <a:r>
              <a:rPr lang="en-US" sz="1400">
                <a:solidFill>
                  <a:srgbClr val="36464E"/>
                </a:solidFill>
                <a:highlight>
                  <a:srgbClr val="F5F5F5"/>
                </a:highlight>
                <a:latin typeface="Roboto Mono"/>
                <a:ea typeface="Roboto Mono"/>
                <a:cs typeface="Roboto Mono"/>
                <a:sym typeface="Roboto Mono"/>
              </a:rPr>
              <a:t> </a:t>
            </a:r>
            <a:r>
              <a:rPr lang="en-US" sz="1400">
                <a:solidFill>
                  <a:schemeClr val="dk1"/>
                </a:solidFill>
                <a:latin typeface="Roboto Mono"/>
                <a:ea typeface="Roboto Mono"/>
                <a:cs typeface="Roboto Mono"/>
                <a:sym typeface="Roboto Mono"/>
              </a:rPr>
              <a:t>'Hello, world!'</a:t>
            </a:r>
            <a:endParaRPr sz="1400">
              <a:solidFill>
                <a:schemeClr val="dk1"/>
              </a:solidFill>
              <a:latin typeface="Courier New"/>
              <a:ea typeface="Courier New"/>
              <a:cs typeface="Courier New"/>
              <a:sym typeface="Courier New"/>
            </a:endParaRPr>
          </a:p>
          <a:p>
            <a:pPr marL="0" lvl="0" indent="0" algn="l" rtl="0">
              <a:lnSpc>
                <a:spcPct val="105000"/>
              </a:lnSpc>
              <a:spcBef>
                <a:spcPts val="0"/>
              </a:spcBef>
              <a:spcAft>
                <a:spcPts val="0"/>
              </a:spcAft>
              <a:buClr>
                <a:schemeClr val="dk1"/>
              </a:buClr>
              <a:buSzPts val="1100"/>
              <a:buFont typeface="Arial"/>
              <a:buNone/>
            </a:pPr>
            <a:endParaRPr sz="1750">
              <a:solidFill>
                <a:srgbClr val="444444"/>
              </a:solidFill>
              <a:highlight>
                <a:schemeClr val="lt1"/>
              </a:highlight>
              <a:latin typeface="Georgia"/>
              <a:ea typeface="Georgia"/>
              <a:cs typeface="Georgia"/>
              <a:sym typeface="Georgia"/>
            </a:endParaRPr>
          </a:p>
          <a:p>
            <a:pPr marL="0" lvl="0" indent="0" algn="l" rtl="0">
              <a:lnSpc>
                <a:spcPct val="105000"/>
              </a:lnSpc>
              <a:spcBef>
                <a:spcPts val="0"/>
              </a:spcBef>
              <a:spcAft>
                <a:spcPts val="0"/>
              </a:spcAft>
              <a:buClr>
                <a:schemeClr val="dk1"/>
              </a:buClr>
              <a:buSzPts val="1100"/>
              <a:buFont typeface="Arial"/>
              <a:buNone/>
            </a:pPr>
            <a:r>
              <a:rPr lang="en-US" sz="1750">
                <a:solidFill>
                  <a:srgbClr val="444444"/>
                </a:solidFill>
                <a:highlight>
                  <a:schemeClr val="lt1"/>
                </a:highlight>
                <a:latin typeface="Georgia"/>
                <a:ea typeface="Georgia"/>
                <a:cs typeface="Georgia"/>
                <a:sym typeface="Georgia"/>
              </a:rPr>
              <a:t>Similarly, </a:t>
            </a:r>
            <a:r>
              <a:rPr lang="en-US" sz="1600">
                <a:solidFill>
                  <a:schemeClr val="dk1"/>
                </a:solidFill>
                <a:highlight>
                  <a:srgbClr val="FFFFFF"/>
                </a:highlight>
                <a:latin typeface="Roboto"/>
                <a:ea typeface="Roboto"/>
                <a:cs typeface="Roboto"/>
                <a:sym typeface="Roboto"/>
              </a:rPr>
              <a:t>To reuse errors </a:t>
            </a:r>
            <a:r>
              <a:rPr lang="en-US" sz="1750">
                <a:solidFill>
                  <a:srgbClr val="444444"/>
                </a:solidFill>
                <a:highlight>
                  <a:schemeClr val="lt1"/>
                </a:highlight>
                <a:latin typeface="Georgia"/>
                <a:ea typeface="Georgia"/>
                <a:cs typeface="Georgia"/>
                <a:sym typeface="Georgia"/>
              </a:rPr>
              <a:t>a custom error handler can also be created</a:t>
            </a:r>
            <a:endParaRPr sz="1750">
              <a:solidFill>
                <a:srgbClr val="444444"/>
              </a:solidFill>
              <a:highlight>
                <a:schemeClr val="lt1"/>
              </a:highlight>
              <a:latin typeface="Georgia"/>
              <a:ea typeface="Georgia"/>
              <a:cs typeface="Georgia"/>
              <a:sym typeface="Georgia"/>
            </a:endParaRPr>
          </a:p>
          <a:p>
            <a:pPr marL="0" lvl="0" indent="0" algn="l" rtl="0">
              <a:lnSpc>
                <a:spcPct val="105000"/>
              </a:lnSpc>
              <a:spcBef>
                <a:spcPts val="0"/>
              </a:spcBef>
              <a:spcAft>
                <a:spcPts val="0"/>
              </a:spcAft>
              <a:buClr>
                <a:schemeClr val="dk1"/>
              </a:buClr>
              <a:buSzPts val="1100"/>
              <a:buFont typeface="Arial"/>
              <a:buNone/>
            </a:pPr>
            <a:endParaRPr sz="1750">
              <a:solidFill>
                <a:srgbClr val="444444"/>
              </a:solidFill>
              <a:highlight>
                <a:schemeClr val="lt1"/>
              </a:highlight>
              <a:latin typeface="Georgia"/>
              <a:ea typeface="Georgia"/>
              <a:cs typeface="Georgia"/>
              <a:sym typeface="Georgia"/>
            </a:endParaRPr>
          </a:p>
          <a:p>
            <a:pPr marL="101600" marR="50800" lvl="0" indent="0" algn="l" rtl="0">
              <a:lnSpc>
                <a:spcPct val="125000"/>
              </a:lnSpc>
              <a:spcBef>
                <a:spcPts val="0"/>
              </a:spcBef>
              <a:spcAft>
                <a:spcPts val="0"/>
              </a:spcAft>
              <a:buClr>
                <a:schemeClr val="dk1"/>
              </a:buClr>
              <a:buSzPts val="1100"/>
              <a:buFont typeface="Arial"/>
              <a:buNone/>
            </a:pPr>
            <a:r>
              <a:rPr lang="en-US" sz="1400">
                <a:solidFill>
                  <a:schemeClr val="dk1"/>
                </a:solidFill>
                <a:latin typeface="Courier New"/>
                <a:ea typeface="Courier New"/>
                <a:cs typeface="Courier New"/>
                <a:sym typeface="Courier New"/>
              </a:rPr>
              <a:t>@app.errorhandler</a:t>
            </a:r>
            <a:r>
              <a:rPr lang="en-US" sz="1400">
                <a:solidFill>
                  <a:srgbClr val="777777"/>
                </a:solidFill>
                <a:latin typeface="Courier New"/>
                <a:ea typeface="Courier New"/>
                <a:cs typeface="Courier New"/>
                <a:sym typeface="Courier New"/>
              </a:rPr>
              <a:t>(</a:t>
            </a:r>
            <a:r>
              <a:rPr lang="en-US" sz="1400">
                <a:solidFill>
                  <a:schemeClr val="dk1"/>
                </a:solidFill>
                <a:latin typeface="Courier New"/>
                <a:ea typeface="Courier New"/>
                <a:cs typeface="Courier New"/>
                <a:sym typeface="Courier New"/>
              </a:rPr>
              <a:t>404</a:t>
            </a:r>
            <a:r>
              <a:rPr lang="en-US" sz="1400">
                <a:solidFill>
                  <a:srgbClr val="777777"/>
                </a:solidFill>
                <a:latin typeface="Courier New"/>
                <a:ea typeface="Courier New"/>
                <a:cs typeface="Courier New"/>
                <a:sym typeface="Courier New"/>
              </a:rPr>
              <a:t>)</a:t>
            </a:r>
            <a:endParaRPr sz="1400">
              <a:solidFill>
                <a:srgbClr val="777777"/>
              </a:solidFill>
              <a:latin typeface="Courier New"/>
              <a:ea typeface="Courier New"/>
              <a:cs typeface="Courier New"/>
              <a:sym typeface="Courier New"/>
            </a:endParaRPr>
          </a:p>
          <a:p>
            <a:pPr marL="101600" marR="50800" lvl="0" indent="0" algn="l" rtl="0">
              <a:lnSpc>
                <a:spcPct val="125000"/>
              </a:lnSpc>
              <a:spcBef>
                <a:spcPts val="0"/>
              </a:spcBef>
              <a:spcAft>
                <a:spcPts val="0"/>
              </a:spcAft>
              <a:buClr>
                <a:schemeClr val="dk1"/>
              </a:buClr>
              <a:buSzPts val="1100"/>
              <a:buFont typeface="Arial"/>
              <a:buNone/>
            </a:pPr>
            <a:r>
              <a:rPr lang="en-US" sz="1400" b="1">
                <a:solidFill>
                  <a:srgbClr val="3F7F95"/>
                </a:solidFill>
                <a:latin typeface="Courier New"/>
                <a:ea typeface="Courier New"/>
                <a:cs typeface="Courier New"/>
                <a:sym typeface="Courier New"/>
              </a:rPr>
              <a:t>def</a:t>
            </a:r>
            <a:r>
              <a:rPr lang="en-US" sz="1400">
                <a:solidFill>
                  <a:schemeClr val="dk1"/>
                </a:solidFill>
                <a:latin typeface="Courier New"/>
                <a:ea typeface="Courier New"/>
                <a:cs typeface="Courier New"/>
                <a:sym typeface="Courier New"/>
              </a:rPr>
              <a:t> not_found</a:t>
            </a:r>
            <a:r>
              <a:rPr lang="en-US" sz="1400">
                <a:solidFill>
                  <a:srgbClr val="777777"/>
                </a:solidFill>
                <a:latin typeface="Courier New"/>
                <a:ea typeface="Courier New"/>
                <a:cs typeface="Courier New"/>
                <a:sym typeface="Courier New"/>
              </a:rPr>
              <a:t>(</a:t>
            </a:r>
            <a:r>
              <a:rPr lang="en-US" sz="1400">
                <a:solidFill>
                  <a:schemeClr val="dk1"/>
                </a:solidFill>
                <a:latin typeface="Courier New"/>
                <a:ea typeface="Courier New"/>
                <a:cs typeface="Courier New"/>
                <a:sym typeface="Courier New"/>
              </a:rPr>
              <a:t>error</a:t>
            </a:r>
            <a:r>
              <a:rPr lang="en-US" sz="1400">
                <a:solidFill>
                  <a:srgbClr val="777777"/>
                </a:solidFill>
                <a:latin typeface="Courier New"/>
                <a:ea typeface="Courier New"/>
                <a:cs typeface="Courier New"/>
                <a:sym typeface="Courier New"/>
              </a:rPr>
              <a:t>)</a:t>
            </a:r>
            <a:r>
              <a:rPr lang="en-US" sz="1400">
                <a:solidFill>
                  <a:schemeClr val="dk1"/>
                </a:solidFill>
                <a:latin typeface="Courier New"/>
                <a:ea typeface="Courier New"/>
                <a:cs typeface="Courier New"/>
                <a:sym typeface="Courier New"/>
              </a:rPr>
              <a:t>:</a:t>
            </a:r>
            <a:endParaRPr sz="1400">
              <a:solidFill>
                <a:schemeClr val="dk1"/>
              </a:solidFill>
              <a:latin typeface="Courier New"/>
              <a:ea typeface="Courier New"/>
              <a:cs typeface="Courier New"/>
              <a:sym typeface="Courier New"/>
            </a:endParaRPr>
          </a:p>
          <a:p>
            <a:pPr marL="101600" marR="50800" lvl="0" indent="0" algn="l" rtl="0">
              <a:lnSpc>
                <a:spcPct val="125000"/>
              </a:lnSpc>
              <a:spcBef>
                <a:spcPts val="0"/>
              </a:spcBef>
              <a:spcAft>
                <a:spcPts val="0"/>
              </a:spcAft>
              <a:buClr>
                <a:schemeClr val="dk1"/>
              </a:buClr>
              <a:buSzPts val="1100"/>
              <a:buFont typeface="Arial"/>
              <a:buNone/>
            </a:pPr>
            <a:r>
              <a:rPr lang="en-US" sz="1400">
                <a:solidFill>
                  <a:schemeClr val="dk1"/>
                </a:solidFill>
                <a:highlight>
                  <a:srgbClr val="E8F2FE"/>
                </a:highlight>
                <a:latin typeface="Courier New"/>
                <a:ea typeface="Courier New"/>
                <a:cs typeface="Courier New"/>
                <a:sym typeface="Courier New"/>
              </a:rPr>
              <a:t>   </a:t>
            </a:r>
            <a:r>
              <a:rPr lang="en-US" sz="1400" b="1">
                <a:solidFill>
                  <a:srgbClr val="3F7F95"/>
                </a:solidFill>
                <a:highlight>
                  <a:srgbClr val="E8F2FE"/>
                </a:highlight>
                <a:latin typeface="Courier New"/>
                <a:ea typeface="Courier New"/>
                <a:cs typeface="Courier New"/>
                <a:sym typeface="Courier New"/>
              </a:rPr>
              <a:t>return</a:t>
            </a:r>
            <a:r>
              <a:rPr lang="en-US" sz="1400">
                <a:solidFill>
                  <a:schemeClr val="dk1"/>
                </a:solidFill>
                <a:highlight>
                  <a:srgbClr val="E8F2FE"/>
                </a:highlight>
                <a:latin typeface="Courier New"/>
                <a:ea typeface="Courier New"/>
                <a:cs typeface="Courier New"/>
                <a:sym typeface="Courier New"/>
              </a:rPr>
              <a:t> </a:t>
            </a:r>
            <a:r>
              <a:rPr lang="en-US" sz="1400">
                <a:solidFill>
                  <a:srgbClr val="320FE3"/>
                </a:solidFill>
                <a:highlight>
                  <a:srgbClr val="E8F2FE"/>
                </a:highlight>
                <a:latin typeface="Courier New"/>
                <a:ea typeface="Courier New"/>
                <a:cs typeface="Courier New"/>
                <a:sym typeface="Courier New"/>
              </a:rPr>
              <a:t>"Not Found"</a:t>
            </a:r>
            <a:r>
              <a:rPr lang="en-US" sz="1400">
                <a:solidFill>
                  <a:schemeClr val="dk1"/>
                </a:solidFill>
                <a:highlight>
                  <a:srgbClr val="E8F2FE"/>
                </a:highlight>
                <a:latin typeface="Courier New"/>
                <a:ea typeface="Courier New"/>
                <a:cs typeface="Courier New"/>
                <a:sym typeface="Courier New"/>
              </a:rPr>
              <a:t>, 404</a:t>
            </a:r>
            <a:endParaRPr sz="1400">
              <a:solidFill>
                <a:schemeClr val="dk1"/>
              </a:solidFill>
              <a:highlight>
                <a:srgbClr val="E8F2FE"/>
              </a:highlight>
              <a:latin typeface="Courier New"/>
              <a:ea typeface="Courier New"/>
              <a:cs typeface="Courier New"/>
              <a:sym typeface="Courier New"/>
            </a:endParaRPr>
          </a:p>
          <a:p>
            <a:pPr marL="0" lvl="0" indent="0" algn="l" rtl="0">
              <a:lnSpc>
                <a:spcPct val="105000"/>
              </a:lnSpc>
              <a:spcBef>
                <a:spcPts val="0"/>
              </a:spcBef>
              <a:spcAft>
                <a:spcPts val="0"/>
              </a:spcAft>
              <a:buClr>
                <a:schemeClr val="dk1"/>
              </a:buClr>
              <a:buSzPts val="1100"/>
              <a:buFont typeface="Arial"/>
              <a:buNone/>
            </a:pPr>
            <a:endParaRPr sz="1750">
              <a:solidFill>
                <a:srgbClr val="444444"/>
              </a:solidFill>
              <a:highlight>
                <a:schemeClr val="lt1"/>
              </a:highlight>
              <a:latin typeface="Georgia"/>
              <a:ea typeface="Georgia"/>
              <a:cs typeface="Georgia"/>
              <a:sym typeface="Georgia"/>
            </a:endParaRPr>
          </a:p>
          <a:p>
            <a:pPr marL="0" lvl="0" indent="0" algn="l" rtl="0">
              <a:lnSpc>
                <a:spcPct val="105000"/>
              </a:lnSpc>
              <a:spcBef>
                <a:spcPts val="0"/>
              </a:spcBef>
              <a:spcAft>
                <a:spcPts val="0"/>
              </a:spcAft>
              <a:buClr>
                <a:schemeClr val="dk1"/>
              </a:buClr>
              <a:buSzPts val="1100"/>
              <a:buFont typeface="Arial"/>
              <a:buNone/>
            </a:pPr>
            <a:endParaRPr sz="1750">
              <a:solidFill>
                <a:srgbClr val="444444"/>
              </a:solidFill>
              <a:highlight>
                <a:schemeClr val="lt1"/>
              </a:highlight>
              <a:latin typeface="Georgia"/>
              <a:ea typeface="Georgia"/>
              <a:cs typeface="Georgia"/>
              <a:sym typeface="Georgia"/>
            </a:endParaRPr>
          </a:p>
          <a:p>
            <a:pPr marL="0" lvl="0" indent="0" algn="l" rtl="0">
              <a:lnSpc>
                <a:spcPct val="105000"/>
              </a:lnSpc>
              <a:spcBef>
                <a:spcPts val="0"/>
              </a:spcBef>
              <a:spcAft>
                <a:spcPts val="0"/>
              </a:spcAft>
              <a:buNone/>
            </a:pPr>
            <a:endParaRPr sz="22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g2ce452219cd_0_0"/>
          <p:cNvSpPr txBox="1">
            <a:spLocks noGrp="1"/>
          </p:cNvSpPr>
          <p:nvPr>
            <p:ph type="title"/>
          </p:nvPr>
        </p:nvSpPr>
        <p:spPr>
          <a:xfrm>
            <a:off x="311700" y="353450"/>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US" sz="3020" b="1"/>
              <a:t>Template</a:t>
            </a:r>
            <a:endParaRPr sz="3020" b="1"/>
          </a:p>
        </p:txBody>
      </p:sp>
      <p:sp>
        <p:nvSpPr>
          <p:cNvPr id="155" name="Google Shape;155;g2ce452219cd_0_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457200" lvl="0" indent="-342900" algn="l" rtl="0">
              <a:spcBef>
                <a:spcPts val="0"/>
              </a:spcBef>
              <a:spcAft>
                <a:spcPts val="0"/>
              </a:spcAft>
              <a:buSzPts val="1800"/>
              <a:buChar char="●"/>
            </a:pPr>
            <a:r>
              <a:rPr lang="en-US"/>
              <a:t> Flask facilitates us to return the response in the form of HTML templates.</a:t>
            </a:r>
            <a:endParaRPr/>
          </a:p>
          <a:p>
            <a:pPr marL="0" lvl="0" indent="0" algn="l" rtl="0">
              <a:spcBef>
                <a:spcPts val="0"/>
              </a:spcBef>
              <a:spcAft>
                <a:spcPts val="0"/>
              </a:spcAft>
              <a:buNone/>
            </a:pPr>
            <a:endParaRPr/>
          </a:p>
          <a:p>
            <a:pPr marL="457200" lvl="0" indent="-342900" algn="l" rtl="0">
              <a:spcBef>
                <a:spcPts val="0"/>
              </a:spcBef>
              <a:spcAft>
                <a:spcPts val="0"/>
              </a:spcAft>
              <a:buSzPts val="1800"/>
              <a:buChar char="●"/>
            </a:pPr>
            <a:r>
              <a:rPr lang="en-US" b="1"/>
              <a:t>Render External html files as template:</a:t>
            </a:r>
            <a:endParaRPr b="1"/>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n-US"/>
              <a:t>from flask import Flask, render_template</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app = Flask(__name__)</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@app.route('/')</a:t>
            </a:r>
            <a:endParaRPr/>
          </a:p>
          <a:p>
            <a:pPr marL="0" lvl="0" indent="0" algn="l" rtl="0">
              <a:spcBef>
                <a:spcPts val="0"/>
              </a:spcBef>
              <a:spcAft>
                <a:spcPts val="0"/>
              </a:spcAft>
              <a:buClr>
                <a:schemeClr val="dk1"/>
              </a:buClr>
              <a:buSzPts val="1100"/>
              <a:buFont typeface="Arial"/>
              <a:buNone/>
            </a:pPr>
            <a:r>
              <a:rPr lang="en-US"/>
              <a:t>def hello():</a:t>
            </a:r>
            <a:endParaRPr/>
          </a:p>
          <a:p>
            <a:pPr marL="0" lvl="0" indent="0" algn="l" rtl="0">
              <a:spcBef>
                <a:spcPts val="0"/>
              </a:spcBef>
              <a:spcAft>
                <a:spcPts val="0"/>
              </a:spcAft>
              <a:buClr>
                <a:schemeClr val="dk1"/>
              </a:buClr>
              <a:buSzPts val="1100"/>
              <a:buFont typeface="Arial"/>
              <a:buNone/>
            </a:pPr>
            <a:r>
              <a:rPr lang="en-US"/>
              <a:t>    </a:t>
            </a:r>
            <a:r>
              <a:rPr lang="en-US">
                <a:highlight>
                  <a:srgbClr val="D5A6BD"/>
                </a:highlight>
              </a:rPr>
              <a:t>return render_template('index.html')</a:t>
            </a:r>
            <a:endParaRPr>
              <a:highlight>
                <a:srgbClr val="D5A6BD"/>
              </a:highlight>
            </a:endParaRPr>
          </a:p>
          <a:p>
            <a:pPr marL="0" lvl="0" indent="0" algn="l" rtl="0">
              <a:spcBef>
                <a:spcPts val="0"/>
              </a:spcBef>
              <a:spcAft>
                <a:spcPts val="0"/>
              </a:spcAft>
              <a:buNone/>
            </a:pPr>
            <a:endParaRPr>
              <a:highlight>
                <a:srgbClr val="FFFF00"/>
              </a:high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g2ce452219cd_0_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US" sz="2920" b="1"/>
              <a:t>Delimiters</a:t>
            </a:r>
            <a:endParaRPr sz="2920" b="1"/>
          </a:p>
        </p:txBody>
      </p:sp>
      <p:sp>
        <p:nvSpPr>
          <p:cNvPr id="161" name="Google Shape;161;g2ce452219cd_0_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US"/>
              <a:t>Jinga2 template engine provides some delimiters which can be used in the HTML to make it capable of dynamic data representation. </a:t>
            </a:r>
            <a:endParaRPr/>
          </a:p>
          <a:p>
            <a:pPr marL="0" lvl="0" indent="0" algn="l" rtl="0">
              <a:spcBef>
                <a:spcPts val="0"/>
              </a:spcBef>
              <a:spcAft>
                <a:spcPts val="0"/>
              </a:spcAft>
              <a:buClr>
                <a:schemeClr val="dk1"/>
              </a:buClr>
              <a:buSzPts val="1100"/>
              <a:buFont typeface="Arial"/>
              <a:buNone/>
            </a:pPr>
            <a:r>
              <a:rPr lang="en-US"/>
              <a:t>The jinga2 template engine provides the following delimiters to escape from the HTML.</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 ... %} for statements</a:t>
            </a:r>
            <a:endParaRPr/>
          </a:p>
          <a:p>
            <a:pPr marL="0" lvl="0" indent="0" algn="l" rtl="0">
              <a:spcBef>
                <a:spcPts val="0"/>
              </a:spcBef>
              <a:spcAft>
                <a:spcPts val="0"/>
              </a:spcAft>
              <a:buClr>
                <a:schemeClr val="dk1"/>
              </a:buClr>
              <a:buSzPts val="1100"/>
              <a:buFont typeface="Arial"/>
              <a:buNone/>
            </a:pPr>
            <a:r>
              <a:rPr lang="en-US"/>
              <a:t>{{ ... }} for expressions to print to the template output</a:t>
            </a:r>
            <a:endParaRPr/>
          </a:p>
          <a:p>
            <a:pPr marL="0" lvl="0" indent="0" algn="l" rtl="0">
              <a:spcBef>
                <a:spcPts val="0"/>
              </a:spcBef>
              <a:spcAft>
                <a:spcPts val="0"/>
              </a:spcAft>
              <a:buClr>
                <a:schemeClr val="dk1"/>
              </a:buClr>
              <a:buSzPts val="1100"/>
              <a:buFont typeface="Arial"/>
              <a:buNone/>
            </a:pPr>
            <a:r>
              <a:rPr lang="en-US"/>
              <a:t>{# ... #} for the comments that are not included in the template output</a:t>
            </a:r>
            <a:endParaRPr/>
          </a:p>
          <a:p>
            <a:pPr marL="0" lvl="0" indent="0" algn="l" rtl="0">
              <a:spcBef>
                <a:spcPts val="0"/>
              </a:spcBef>
              <a:spcAft>
                <a:spcPts val="0"/>
              </a:spcAft>
              <a:buClr>
                <a:schemeClr val="dk1"/>
              </a:buClr>
              <a:buSzPts val="1100"/>
              <a:buFont typeface="Arial"/>
              <a:buNone/>
            </a:pPr>
            <a:r>
              <a:rPr lang="en-US"/>
              <a:t># ... ## for line statements</a:t>
            </a:r>
            <a:endParaRPr/>
          </a:p>
          <a:p>
            <a:pPr marL="0" lvl="0" indent="0" algn="l" rtl="0">
              <a:spcBef>
                <a:spcPts val="0"/>
              </a:spcBef>
              <a:spcAft>
                <a:spcPts val="0"/>
              </a:spcAft>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g2ce452219cd_0_18"/>
          <p:cNvSpPr txBox="1">
            <a:spLocks noGrp="1"/>
          </p:cNvSpPr>
          <p:nvPr>
            <p:ph type="title"/>
          </p:nvPr>
        </p:nvSpPr>
        <p:spPr>
          <a:xfrm>
            <a:off x="311700" y="445025"/>
            <a:ext cx="36768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US"/>
              <a:t>{% ... %} for statements</a:t>
            </a:r>
            <a:endParaRPr/>
          </a:p>
          <a:p>
            <a:pPr marL="0" lvl="0" indent="0" algn="l" rtl="0">
              <a:spcBef>
                <a:spcPts val="0"/>
              </a:spcBef>
              <a:spcAft>
                <a:spcPts val="0"/>
              </a:spcAft>
              <a:buClr>
                <a:schemeClr val="dk1"/>
              </a:buClr>
              <a:buSzPct val="39285"/>
              <a:buFont typeface="Arial"/>
              <a:buNone/>
            </a:pPr>
            <a:endParaRPr/>
          </a:p>
          <a:p>
            <a:pPr marL="0" lvl="0" indent="0" algn="l" rtl="0">
              <a:spcBef>
                <a:spcPts val="0"/>
              </a:spcBef>
              <a:spcAft>
                <a:spcPts val="0"/>
              </a:spcAft>
              <a:buNone/>
            </a:pPr>
            <a:endParaRPr/>
          </a:p>
        </p:txBody>
      </p:sp>
      <p:sp>
        <p:nvSpPr>
          <p:cNvPr id="167" name="Google Shape;167;g2ce452219cd_0_18"/>
          <p:cNvSpPr txBox="1">
            <a:spLocks noGrp="1"/>
          </p:cNvSpPr>
          <p:nvPr>
            <p:ph type="body" idx="1"/>
          </p:nvPr>
        </p:nvSpPr>
        <p:spPr>
          <a:xfrm>
            <a:off x="311700" y="1152475"/>
            <a:ext cx="3676800" cy="3416400"/>
          </a:xfrm>
          <a:prstGeom prst="rect">
            <a:avLst/>
          </a:prstGeom>
        </p:spPr>
        <p:txBody>
          <a:bodyPr spcFirstLastPara="1" wrap="square" lIns="91425" tIns="91425" rIns="91425" bIns="91425" anchor="t" anchorCtr="0">
            <a:noAutofit/>
          </a:bodyPr>
          <a:lstStyle/>
          <a:p>
            <a:pPr marL="152400" marR="152400" lvl="0" indent="0" algn="l" rtl="0">
              <a:lnSpc>
                <a:spcPct val="125000"/>
              </a:lnSpc>
              <a:spcBef>
                <a:spcPts val="0"/>
              </a:spcBef>
              <a:spcAft>
                <a:spcPts val="0"/>
              </a:spcAft>
              <a:buClr>
                <a:schemeClr val="dk1"/>
              </a:buClr>
              <a:buSzPts val="1100"/>
              <a:buFont typeface="Arial"/>
              <a:buNone/>
            </a:pPr>
            <a:r>
              <a:rPr lang="en-US" sz="1500" b="1">
                <a:solidFill>
                  <a:schemeClr val="dk1"/>
                </a:solidFill>
                <a:highlight>
                  <a:srgbClr val="FAFAFA"/>
                </a:highlight>
              </a:rPr>
              <a:t>&lt;html&gt;</a:t>
            </a:r>
            <a:endParaRPr sz="1500" b="1">
              <a:solidFill>
                <a:schemeClr val="dk1"/>
              </a:solidFill>
              <a:highlight>
                <a:srgbClr val="FAFAFA"/>
              </a:highlight>
            </a:endParaRPr>
          </a:p>
          <a:p>
            <a:pPr marL="152400" marR="152400" lvl="0" indent="0" algn="l" rtl="0">
              <a:lnSpc>
                <a:spcPct val="125000"/>
              </a:lnSpc>
              <a:spcBef>
                <a:spcPts val="0"/>
              </a:spcBef>
              <a:spcAft>
                <a:spcPts val="0"/>
              </a:spcAft>
              <a:buClr>
                <a:schemeClr val="dk1"/>
              </a:buClr>
              <a:buSzPts val="1100"/>
              <a:buFont typeface="Arial"/>
              <a:buNone/>
            </a:pPr>
            <a:r>
              <a:rPr lang="en-US" sz="1500" b="1">
                <a:solidFill>
                  <a:schemeClr val="dk1"/>
                </a:solidFill>
                <a:highlight>
                  <a:srgbClr val="FAFAFA"/>
                </a:highlight>
              </a:rPr>
              <a:t>   &lt;head&gt;</a:t>
            </a:r>
            <a:endParaRPr sz="1500" b="1">
              <a:solidFill>
                <a:schemeClr val="dk1"/>
              </a:solidFill>
              <a:highlight>
                <a:srgbClr val="FAFAFA"/>
              </a:highlight>
            </a:endParaRPr>
          </a:p>
          <a:p>
            <a:pPr marL="152400" marR="152400" lvl="0" indent="0" algn="l" rtl="0">
              <a:lnSpc>
                <a:spcPct val="125000"/>
              </a:lnSpc>
              <a:spcBef>
                <a:spcPts val="0"/>
              </a:spcBef>
              <a:spcAft>
                <a:spcPts val="0"/>
              </a:spcAft>
              <a:buClr>
                <a:schemeClr val="dk1"/>
              </a:buClr>
              <a:buSzPts val="1100"/>
              <a:buFont typeface="Arial"/>
              <a:buNone/>
            </a:pPr>
            <a:r>
              <a:rPr lang="en-US" sz="1500" b="1">
                <a:solidFill>
                  <a:schemeClr val="dk1"/>
                </a:solidFill>
                <a:highlight>
                  <a:srgbClr val="FAFAFA"/>
                </a:highlight>
              </a:rPr>
              <a:t>       &lt;title&gt;{{ title }}&lt;/title&gt;</a:t>
            </a:r>
            <a:endParaRPr sz="1500" b="1">
              <a:solidFill>
                <a:schemeClr val="dk1"/>
              </a:solidFill>
              <a:highlight>
                <a:srgbClr val="FAFAFA"/>
              </a:highlight>
            </a:endParaRPr>
          </a:p>
          <a:p>
            <a:pPr marL="152400" marR="152400" lvl="0" indent="0" algn="l" rtl="0">
              <a:lnSpc>
                <a:spcPct val="125000"/>
              </a:lnSpc>
              <a:spcBef>
                <a:spcPts val="0"/>
              </a:spcBef>
              <a:spcAft>
                <a:spcPts val="0"/>
              </a:spcAft>
              <a:buClr>
                <a:schemeClr val="dk1"/>
              </a:buClr>
              <a:buSzPts val="1100"/>
              <a:buFont typeface="Arial"/>
              <a:buNone/>
            </a:pPr>
            <a:r>
              <a:rPr lang="en-US" sz="1500" b="1">
                <a:solidFill>
                  <a:schemeClr val="dk1"/>
                </a:solidFill>
                <a:highlight>
                  <a:srgbClr val="FAFAFA"/>
                </a:highlight>
              </a:rPr>
              <a:t>   &lt;/head&gt;</a:t>
            </a:r>
            <a:endParaRPr sz="1500" b="1">
              <a:solidFill>
                <a:schemeClr val="dk1"/>
              </a:solidFill>
              <a:highlight>
                <a:srgbClr val="FAFAFA"/>
              </a:highlight>
            </a:endParaRPr>
          </a:p>
          <a:p>
            <a:pPr marL="152400" marR="152400" lvl="0" indent="0" algn="l" rtl="0">
              <a:lnSpc>
                <a:spcPct val="125000"/>
              </a:lnSpc>
              <a:spcBef>
                <a:spcPts val="0"/>
              </a:spcBef>
              <a:spcAft>
                <a:spcPts val="0"/>
              </a:spcAft>
              <a:buClr>
                <a:schemeClr val="dk1"/>
              </a:buClr>
              <a:buSzPts val="1100"/>
              <a:buFont typeface="Arial"/>
              <a:buNone/>
            </a:pPr>
            <a:r>
              <a:rPr lang="en-US" sz="1500" b="1">
                <a:solidFill>
                  <a:schemeClr val="dk1"/>
                </a:solidFill>
                <a:highlight>
                  <a:srgbClr val="FAFAFA"/>
                </a:highlight>
              </a:rPr>
              <a:t>   &lt;body&gt;</a:t>
            </a:r>
            <a:endParaRPr sz="1500" b="1">
              <a:solidFill>
                <a:schemeClr val="dk1"/>
              </a:solidFill>
              <a:highlight>
                <a:srgbClr val="FAFAFA"/>
              </a:highlight>
            </a:endParaRPr>
          </a:p>
          <a:p>
            <a:pPr marL="152400" marR="152400" lvl="0" indent="0" algn="l" rtl="0">
              <a:lnSpc>
                <a:spcPct val="125000"/>
              </a:lnSpc>
              <a:spcBef>
                <a:spcPts val="0"/>
              </a:spcBef>
              <a:spcAft>
                <a:spcPts val="0"/>
              </a:spcAft>
              <a:buClr>
                <a:schemeClr val="dk1"/>
              </a:buClr>
              <a:buSzPts val="1100"/>
              <a:buFont typeface="Arial"/>
              <a:buNone/>
            </a:pPr>
            <a:r>
              <a:rPr lang="en-US" sz="1500" b="1">
                <a:solidFill>
                  <a:schemeClr val="dk1"/>
                </a:solidFill>
                <a:highlight>
                  <a:srgbClr val="FAFAFA"/>
                </a:highlight>
              </a:rPr>
              <a:t>     </a:t>
            </a:r>
            <a:r>
              <a:rPr lang="en-US" sz="1500" b="1">
                <a:solidFill>
                  <a:schemeClr val="dk1"/>
                </a:solidFill>
                <a:highlight>
                  <a:srgbClr val="C27BA0"/>
                </a:highlight>
              </a:rPr>
              <a:t>  {% if username == "Rosalia": %}</a:t>
            </a:r>
            <a:endParaRPr sz="1500" b="1">
              <a:solidFill>
                <a:schemeClr val="dk1"/>
              </a:solidFill>
              <a:highlight>
                <a:srgbClr val="C27BA0"/>
              </a:highlight>
            </a:endParaRPr>
          </a:p>
          <a:p>
            <a:pPr marL="152400" marR="152400" lvl="0" indent="0" algn="l" rtl="0">
              <a:lnSpc>
                <a:spcPct val="125000"/>
              </a:lnSpc>
              <a:spcBef>
                <a:spcPts val="0"/>
              </a:spcBef>
              <a:spcAft>
                <a:spcPts val="0"/>
              </a:spcAft>
              <a:buClr>
                <a:schemeClr val="dk1"/>
              </a:buClr>
              <a:buSzPts val="1100"/>
              <a:buFont typeface="Arial"/>
              <a:buNone/>
            </a:pPr>
            <a:r>
              <a:rPr lang="en-US" sz="1500" b="1">
                <a:solidFill>
                  <a:schemeClr val="dk1"/>
                </a:solidFill>
                <a:highlight>
                  <a:srgbClr val="FAFAFA"/>
                </a:highlight>
              </a:rPr>
              <a:t>       &lt;h1&gt;Hello my love&lt;/h1&gt;</a:t>
            </a:r>
            <a:endParaRPr sz="1500" b="1">
              <a:solidFill>
                <a:schemeClr val="dk1"/>
              </a:solidFill>
              <a:highlight>
                <a:srgbClr val="FAFAFA"/>
              </a:highlight>
            </a:endParaRPr>
          </a:p>
          <a:p>
            <a:pPr marL="152400" marR="152400" lvl="0" indent="0" algn="l" rtl="0">
              <a:lnSpc>
                <a:spcPct val="125000"/>
              </a:lnSpc>
              <a:spcBef>
                <a:spcPts val="0"/>
              </a:spcBef>
              <a:spcAft>
                <a:spcPts val="0"/>
              </a:spcAft>
              <a:buClr>
                <a:schemeClr val="dk1"/>
              </a:buClr>
              <a:buSzPts val="1100"/>
              <a:buFont typeface="Arial"/>
              <a:buNone/>
            </a:pPr>
            <a:r>
              <a:rPr lang="en-US" sz="1500" b="1">
                <a:solidFill>
                  <a:schemeClr val="dk1"/>
                </a:solidFill>
                <a:highlight>
                  <a:srgbClr val="FAFAFA"/>
                </a:highlight>
              </a:rPr>
              <a:t>	</a:t>
            </a:r>
            <a:r>
              <a:rPr lang="en-US" sz="1500" b="1">
                <a:solidFill>
                  <a:schemeClr val="dk1"/>
                </a:solidFill>
                <a:highlight>
                  <a:srgbClr val="C27BA0"/>
                </a:highlight>
              </a:rPr>
              <a:t>{% else %}</a:t>
            </a:r>
            <a:endParaRPr sz="1500" b="1">
              <a:solidFill>
                <a:schemeClr val="dk1"/>
              </a:solidFill>
              <a:highlight>
                <a:srgbClr val="C27BA0"/>
              </a:highlight>
            </a:endParaRPr>
          </a:p>
          <a:p>
            <a:pPr marL="152400" marR="152400" lvl="0" indent="0" algn="l" rtl="0">
              <a:lnSpc>
                <a:spcPct val="125000"/>
              </a:lnSpc>
              <a:spcBef>
                <a:spcPts val="0"/>
              </a:spcBef>
              <a:spcAft>
                <a:spcPts val="0"/>
              </a:spcAft>
              <a:buClr>
                <a:schemeClr val="dk1"/>
              </a:buClr>
              <a:buSzPts val="1100"/>
              <a:buFont typeface="Arial"/>
              <a:buNone/>
            </a:pPr>
            <a:r>
              <a:rPr lang="en-US" sz="1500" b="1">
                <a:solidFill>
                  <a:schemeClr val="dk1"/>
                </a:solidFill>
                <a:highlight>
                  <a:srgbClr val="FAFAFA"/>
                </a:highlight>
              </a:rPr>
              <a:t>       &lt;h1&gt;Hello {{ username }}&lt;/h1&gt;</a:t>
            </a:r>
            <a:endParaRPr sz="1500" b="1">
              <a:solidFill>
                <a:schemeClr val="dk1"/>
              </a:solidFill>
              <a:highlight>
                <a:srgbClr val="FAFAFA"/>
              </a:highlight>
            </a:endParaRPr>
          </a:p>
          <a:p>
            <a:pPr marL="152400" marR="152400" lvl="0" indent="0" algn="l" rtl="0">
              <a:lnSpc>
                <a:spcPct val="125000"/>
              </a:lnSpc>
              <a:spcBef>
                <a:spcPts val="0"/>
              </a:spcBef>
              <a:spcAft>
                <a:spcPts val="0"/>
              </a:spcAft>
              <a:buClr>
                <a:schemeClr val="dk1"/>
              </a:buClr>
              <a:buSzPts val="1100"/>
              <a:buFont typeface="Arial"/>
              <a:buNone/>
            </a:pPr>
            <a:r>
              <a:rPr lang="en-US" sz="1500" b="1">
                <a:solidFill>
                  <a:schemeClr val="dk1"/>
                </a:solidFill>
                <a:highlight>
                  <a:srgbClr val="FAFAFA"/>
                </a:highlight>
              </a:rPr>
              <a:t>	</a:t>
            </a:r>
            <a:r>
              <a:rPr lang="en-US" sz="1500" b="1">
                <a:solidFill>
                  <a:schemeClr val="dk1"/>
                </a:solidFill>
                <a:highlight>
                  <a:srgbClr val="C27BA0"/>
                </a:highlight>
              </a:rPr>
              <a:t>{% endif %}</a:t>
            </a:r>
            <a:endParaRPr sz="1500" b="1">
              <a:solidFill>
                <a:schemeClr val="dk1"/>
              </a:solidFill>
              <a:highlight>
                <a:srgbClr val="C27BA0"/>
              </a:highlight>
            </a:endParaRPr>
          </a:p>
          <a:p>
            <a:pPr marL="152400" marR="152400" lvl="0" indent="0" algn="l" rtl="0">
              <a:lnSpc>
                <a:spcPct val="125000"/>
              </a:lnSpc>
              <a:spcBef>
                <a:spcPts val="0"/>
              </a:spcBef>
              <a:spcAft>
                <a:spcPts val="0"/>
              </a:spcAft>
              <a:buClr>
                <a:schemeClr val="dk1"/>
              </a:buClr>
              <a:buSzPts val="1100"/>
              <a:buFont typeface="Arial"/>
              <a:buNone/>
            </a:pPr>
            <a:r>
              <a:rPr lang="en-US" sz="1500" b="1">
                <a:solidFill>
                  <a:schemeClr val="dk1"/>
                </a:solidFill>
                <a:highlight>
                  <a:srgbClr val="FAFAFA"/>
                </a:highlight>
              </a:rPr>
              <a:t>   &lt;/body&gt;</a:t>
            </a:r>
            <a:endParaRPr sz="1500" b="1">
              <a:solidFill>
                <a:schemeClr val="dk1"/>
              </a:solidFill>
              <a:highlight>
                <a:srgbClr val="FAFAFA"/>
              </a:highlight>
            </a:endParaRPr>
          </a:p>
          <a:p>
            <a:pPr marL="152400" marR="152400" lvl="0" indent="0" algn="l" rtl="0">
              <a:lnSpc>
                <a:spcPct val="125000"/>
              </a:lnSpc>
              <a:spcBef>
                <a:spcPts val="0"/>
              </a:spcBef>
              <a:spcAft>
                <a:spcPts val="0"/>
              </a:spcAft>
              <a:buClr>
                <a:schemeClr val="dk1"/>
              </a:buClr>
              <a:buSzPts val="1100"/>
              <a:buFont typeface="Arial"/>
              <a:buNone/>
            </a:pPr>
            <a:r>
              <a:rPr lang="en-US" sz="1500" b="1">
                <a:solidFill>
                  <a:schemeClr val="dk1"/>
                </a:solidFill>
                <a:highlight>
                  <a:srgbClr val="FAFAFA"/>
                </a:highlight>
              </a:rPr>
              <a:t>&lt;/html&gt;</a:t>
            </a:r>
            <a:endParaRPr sz="1500" b="1">
              <a:solidFill>
                <a:schemeClr val="dk1"/>
              </a:solidFill>
              <a:highlight>
                <a:srgbClr val="FAFAFA"/>
              </a:highlight>
            </a:endParaRPr>
          </a:p>
          <a:p>
            <a:pPr marL="0" lvl="0" indent="0" algn="l" rtl="0">
              <a:lnSpc>
                <a:spcPct val="95000"/>
              </a:lnSpc>
              <a:spcBef>
                <a:spcPts val="0"/>
              </a:spcBef>
              <a:spcAft>
                <a:spcPts val="0"/>
              </a:spcAft>
              <a:buNone/>
            </a:pPr>
            <a:endParaRPr sz="2100" b="1">
              <a:solidFill>
                <a:schemeClr val="dk1"/>
              </a:solidFill>
            </a:endParaRPr>
          </a:p>
        </p:txBody>
      </p:sp>
      <p:sp>
        <p:nvSpPr>
          <p:cNvPr id="168" name="Google Shape;168;g2ce452219cd_0_18"/>
          <p:cNvSpPr txBox="1">
            <a:spLocks noGrp="1"/>
          </p:cNvSpPr>
          <p:nvPr>
            <p:ph type="title"/>
          </p:nvPr>
        </p:nvSpPr>
        <p:spPr>
          <a:xfrm>
            <a:off x="4713750" y="372350"/>
            <a:ext cx="4119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990"/>
              <a:buFont typeface="Arial"/>
              <a:buNone/>
            </a:pPr>
            <a:r>
              <a:rPr lang="en-US" sz="2400"/>
              <a:t>{{ ... }} for expressions to print to the template output</a:t>
            </a:r>
            <a:endParaRPr sz="2400"/>
          </a:p>
          <a:p>
            <a:pPr marL="0" lvl="0" indent="0" algn="l" rtl="0">
              <a:spcBef>
                <a:spcPts val="0"/>
              </a:spcBef>
              <a:spcAft>
                <a:spcPts val="0"/>
              </a:spcAft>
              <a:buClr>
                <a:schemeClr val="dk1"/>
              </a:buClr>
              <a:buSzPts val="990"/>
              <a:buFont typeface="Arial"/>
              <a:buNone/>
            </a:pPr>
            <a:endParaRPr sz="2120"/>
          </a:p>
          <a:p>
            <a:pPr marL="0" lvl="0" indent="0" algn="l" rtl="0">
              <a:spcBef>
                <a:spcPts val="0"/>
              </a:spcBef>
              <a:spcAft>
                <a:spcPts val="0"/>
              </a:spcAft>
              <a:buSzPts val="990"/>
              <a:buNone/>
            </a:pPr>
            <a:endParaRPr sz="2120"/>
          </a:p>
        </p:txBody>
      </p:sp>
      <p:sp>
        <p:nvSpPr>
          <p:cNvPr id="169" name="Google Shape;169;g2ce452219cd_0_18"/>
          <p:cNvSpPr txBox="1">
            <a:spLocks noGrp="1"/>
          </p:cNvSpPr>
          <p:nvPr>
            <p:ph type="body" idx="1"/>
          </p:nvPr>
        </p:nvSpPr>
        <p:spPr>
          <a:xfrm>
            <a:off x="4935150" y="1381425"/>
            <a:ext cx="3676800" cy="34164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en-US" sz="1700" b="1">
                <a:solidFill>
                  <a:schemeClr val="dk1"/>
                </a:solidFill>
              </a:rPr>
              <a:t>&lt;html&gt;  </a:t>
            </a:r>
            <a:endParaRPr sz="1700" b="1">
              <a:solidFill>
                <a:schemeClr val="dk1"/>
              </a:solidFill>
            </a:endParaRPr>
          </a:p>
          <a:p>
            <a:pPr marL="0" lvl="0" indent="0" algn="l" rtl="0">
              <a:lnSpc>
                <a:spcPct val="150000"/>
              </a:lnSpc>
              <a:spcBef>
                <a:spcPts val="0"/>
              </a:spcBef>
              <a:spcAft>
                <a:spcPts val="0"/>
              </a:spcAft>
              <a:buClr>
                <a:schemeClr val="dk1"/>
              </a:buClr>
              <a:buSzPts val="1100"/>
              <a:buFont typeface="Arial"/>
              <a:buNone/>
            </a:pPr>
            <a:r>
              <a:rPr lang="en-US" sz="1700" b="1">
                <a:solidFill>
                  <a:schemeClr val="dk1"/>
                </a:solidFill>
              </a:rPr>
              <a:t>&lt;head&gt;  </a:t>
            </a:r>
            <a:endParaRPr sz="1700" b="1">
              <a:solidFill>
                <a:schemeClr val="dk1"/>
              </a:solidFill>
            </a:endParaRPr>
          </a:p>
          <a:p>
            <a:pPr marL="0" lvl="0" indent="0" algn="l" rtl="0">
              <a:lnSpc>
                <a:spcPct val="150000"/>
              </a:lnSpc>
              <a:spcBef>
                <a:spcPts val="0"/>
              </a:spcBef>
              <a:spcAft>
                <a:spcPts val="0"/>
              </a:spcAft>
              <a:buClr>
                <a:schemeClr val="dk1"/>
              </a:buClr>
              <a:buSzPts val="1100"/>
              <a:buFont typeface="Arial"/>
              <a:buNone/>
            </a:pPr>
            <a:r>
              <a:rPr lang="en-US" sz="1700" b="1">
                <a:solidFill>
                  <a:schemeClr val="dk1"/>
                </a:solidFill>
              </a:rPr>
              <a:t>&lt;title&gt;Message&lt;/title&gt;  </a:t>
            </a:r>
            <a:endParaRPr sz="1700" b="1">
              <a:solidFill>
                <a:schemeClr val="dk1"/>
              </a:solidFill>
            </a:endParaRPr>
          </a:p>
          <a:p>
            <a:pPr marL="0" lvl="0" indent="0" algn="l" rtl="0">
              <a:lnSpc>
                <a:spcPct val="150000"/>
              </a:lnSpc>
              <a:spcBef>
                <a:spcPts val="0"/>
              </a:spcBef>
              <a:spcAft>
                <a:spcPts val="0"/>
              </a:spcAft>
              <a:buClr>
                <a:schemeClr val="dk1"/>
              </a:buClr>
              <a:buSzPts val="1100"/>
              <a:buFont typeface="Arial"/>
              <a:buNone/>
            </a:pPr>
            <a:r>
              <a:rPr lang="en-US" sz="1700" b="1">
                <a:solidFill>
                  <a:schemeClr val="dk1"/>
                </a:solidFill>
              </a:rPr>
              <a:t>&lt;/head&gt;  </a:t>
            </a:r>
            <a:endParaRPr sz="1700" b="1">
              <a:solidFill>
                <a:schemeClr val="dk1"/>
              </a:solidFill>
            </a:endParaRPr>
          </a:p>
          <a:p>
            <a:pPr marL="0" lvl="0" indent="0" algn="l" rtl="0">
              <a:lnSpc>
                <a:spcPct val="150000"/>
              </a:lnSpc>
              <a:spcBef>
                <a:spcPts val="0"/>
              </a:spcBef>
              <a:spcAft>
                <a:spcPts val="0"/>
              </a:spcAft>
              <a:buClr>
                <a:schemeClr val="dk1"/>
              </a:buClr>
              <a:buSzPts val="1100"/>
              <a:buFont typeface="Arial"/>
              <a:buNone/>
            </a:pPr>
            <a:r>
              <a:rPr lang="en-US" sz="1700" b="1">
                <a:solidFill>
                  <a:schemeClr val="dk1"/>
                </a:solidFill>
              </a:rPr>
              <a:t>&lt;body&gt;  </a:t>
            </a:r>
            <a:endParaRPr sz="1700" b="1">
              <a:solidFill>
                <a:schemeClr val="dk1"/>
              </a:solidFill>
            </a:endParaRPr>
          </a:p>
          <a:p>
            <a:pPr marL="0" lvl="0" indent="0" algn="l" rtl="0">
              <a:lnSpc>
                <a:spcPct val="150000"/>
              </a:lnSpc>
              <a:spcBef>
                <a:spcPts val="0"/>
              </a:spcBef>
              <a:spcAft>
                <a:spcPts val="0"/>
              </a:spcAft>
              <a:buClr>
                <a:schemeClr val="dk1"/>
              </a:buClr>
              <a:buSzPts val="1100"/>
              <a:buFont typeface="Arial"/>
              <a:buNone/>
            </a:pPr>
            <a:r>
              <a:rPr lang="en-US" sz="1700" b="1">
                <a:solidFill>
                  <a:schemeClr val="dk1"/>
                </a:solidFill>
                <a:highlight>
                  <a:srgbClr val="C27BA0"/>
                </a:highlight>
              </a:rPr>
              <a:t>&lt;h1&gt;hi, {{ name }}&lt;/h1&gt;  </a:t>
            </a:r>
            <a:endParaRPr sz="1700" b="1">
              <a:solidFill>
                <a:schemeClr val="dk1"/>
              </a:solidFill>
              <a:highlight>
                <a:srgbClr val="C27BA0"/>
              </a:highlight>
            </a:endParaRPr>
          </a:p>
          <a:p>
            <a:pPr marL="0" lvl="0" indent="0" algn="l" rtl="0">
              <a:lnSpc>
                <a:spcPct val="150000"/>
              </a:lnSpc>
              <a:spcBef>
                <a:spcPts val="0"/>
              </a:spcBef>
              <a:spcAft>
                <a:spcPts val="0"/>
              </a:spcAft>
              <a:buClr>
                <a:schemeClr val="dk1"/>
              </a:buClr>
              <a:buSzPts val="1100"/>
              <a:buFont typeface="Arial"/>
              <a:buNone/>
            </a:pPr>
            <a:r>
              <a:rPr lang="en-US" sz="1700" b="1">
                <a:solidFill>
                  <a:schemeClr val="dk1"/>
                </a:solidFill>
              </a:rPr>
              <a:t>&lt;/body&gt;  </a:t>
            </a:r>
            <a:endParaRPr sz="1700" b="1">
              <a:solidFill>
                <a:schemeClr val="dk1"/>
              </a:solidFill>
            </a:endParaRPr>
          </a:p>
          <a:p>
            <a:pPr marL="0" lvl="0" indent="0" algn="l" rtl="0">
              <a:lnSpc>
                <a:spcPct val="150000"/>
              </a:lnSpc>
              <a:spcBef>
                <a:spcPts val="0"/>
              </a:spcBef>
              <a:spcAft>
                <a:spcPts val="0"/>
              </a:spcAft>
              <a:buClr>
                <a:schemeClr val="dk1"/>
              </a:buClr>
              <a:buSzPts val="1100"/>
              <a:buFont typeface="Arial"/>
              <a:buNone/>
            </a:pPr>
            <a:r>
              <a:rPr lang="en-US" sz="1700" b="1">
                <a:solidFill>
                  <a:schemeClr val="dk1"/>
                </a:solidFill>
              </a:rPr>
              <a:t>&lt;/html&gt;  </a:t>
            </a:r>
            <a:endParaRPr sz="1700" b="1">
              <a:solidFill>
                <a:schemeClr val="dk1"/>
              </a:solidFill>
            </a:endParaRPr>
          </a:p>
          <a:p>
            <a:pPr marL="0" lvl="0" indent="0" algn="l" rtl="0">
              <a:lnSpc>
                <a:spcPct val="150000"/>
              </a:lnSpc>
              <a:spcBef>
                <a:spcPts val="0"/>
              </a:spcBef>
              <a:spcAft>
                <a:spcPts val="0"/>
              </a:spcAft>
              <a:buNone/>
            </a:pPr>
            <a:endParaRPr sz="1700" b="1">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g2ce452219cd_0_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US"/>
              <a:t>{# ... #} for the comments that are not included in the template output</a:t>
            </a:r>
            <a:endParaRPr/>
          </a:p>
          <a:p>
            <a:pPr marL="0" lvl="0" indent="0" algn="l" rtl="0">
              <a:spcBef>
                <a:spcPts val="0"/>
              </a:spcBef>
              <a:spcAft>
                <a:spcPts val="0"/>
              </a:spcAft>
              <a:buClr>
                <a:schemeClr val="dk1"/>
              </a:buClr>
              <a:buSzPct val="39285"/>
              <a:buFont typeface="Arial"/>
              <a:buNone/>
            </a:pPr>
            <a:r>
              <a:rPr lang="en-US"/>
              <a:t># ... ## for line statements</a:t>
            </a:r>
            <a:endParaRPr/>
          </a:p>
          <a:p>
            <a:pPr marL="0" lvl="0" indent="0" algn="l" rtl="0">
              <a:spcBef>
                <a:spcPts val="0"/>
              </a:spcBef>
              <a:spcAft>
                <a:spcPts val="0"/>
              </a:spcAft>
              <a:buClr>
                <a:schemeClr val="dk1"/>
              </a:buClr>
              <a:buSzPct val="39285"/>
              <a:buFont typeface="Arial"/>
              <a:buNone/>
            </a:pPr>
            <a:endParaRPr/>
          </a:p>
          <a:p>
            <a:pPr marL="0" lvl="0" indent="0" algn="l" rtl="0">
              <a:spcBef>
                <a:spcPts val="0"/>
              </a:spcBef>
              <a:spcAft>
                <a:spcPts val="0"/>
              </a:spcAft>
              <a:buNone/>
            </a:pPr>
            <a:endParaRPr/>
          </a:p>
        </p:txBody>
      </p:sp>
      <p:sp>
        <p:nvSpPr>
          <p:cNvPr id="175" name="Google Shape;175;g2ce452219cd_0_30"/>
          <p:cNvSpPr txBox="1">
            <a:spLocks noGrp="1"/>
          </p:cNvSpPr>
          <p:nvPr>
            <p:ph type="body" idx="1"/>
          </p:nvPr>
        </p:nvSpPr>
        <p:spPr>
          <a:xfrm>
            <a:off x="418550" y="2024850"/>
            <a:ext cx="8520600" cy="2803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US" sz="1600" b="1">
                <a:solidFill>
                  <a:schemeClr val="dk1"/>
                </a:solidFill>
                <a:highlight>
                  <a:srgbClr val="D5A6BD"/>
                </a:highlight>
                <a:latin typeface="Courier New"/>
                <a:ea typeface="Courier New"/>
                <a:cs typeface="Courier New"/>
                <a:sym typeface="Courier New"/>
              </a:rPr>
              <a:t># for item in seq:</a:t>
            </a:r>
            <a:endParaRPr sz="1600" b="1">
              <a:solidFill>
                <a:schemeClr val="dk1"/>
              </a:solidFill>
              <a:highlight>
                <a:srgbClr val="D5A6BD"/>
              </a:highlight>
              <a:latin typeface="Courier New"/>
              <a:ea typeface="Courier New"/>
              <a:cs typeface="Courier New"/>
              <a:sym typeface="Courier New"/>
            </a:endParaRPr>
          </a:p>
          <a:p>
            <a:pPr marL="0" lvl="0" indent="0" algn="l" rtl="0">
              <a:spcBef>
                <a:spcPts val="0"/>
              </a:spcBef>
              <a:spcAft>
                <a:spcPts val="0"/>
              </a:spcAft>
              <a:buNone/>
            </a:pPr>
            <a:r>
              <a:rPr lang="en-US" sz="1600" b="1">
                <a:solidFill>
                  <a:schemeClr val="dk1"/>
                </a:solidFill>
                <a:highlight>
                  <a:srgbClr val="FFFFFF"/>
                </a:highlight>
                <a:latin typeface="Courier New"/>
                <a:ea typeface="Courier New"/>
                <a:cs typeface="Courier New"/>
                <a:sym typeface="Courier New"/>
              </a:rPr>
              <a:t>    &lt;li&gt;{{ item }}&lt;/li&gt;     </a:t>
            </a:r>
            <a:r>
              <a:rPr lang="en-US" sz="1600" b="1">
                <a:solidFill>
                  <a:schemeClr val="dk1"/>
                </a:solidFill>
                <a:highlight>
                  <a:srgbClr val="D5A6BD"/>
                </a:highlight>
                <a:latin typeface="Courier New"/>
                <a:ea typeface="Courier New"/>
                <a:cs typeface="Courier New"/>
                <a:sym typeface="Courier New"/>
              </a:rPr>
              <a:t>## this is a single-line comment </a:t>
            </a:r>
            <a:endParaRPr sz="1600" b="1">
              <a:solidFill>
                <a:schemeClr val="dk1"/>
              </a:solidFill>
              <a:highlight>
                <a:srgbClr val="D5A6BD"/>
              </a:highlight>
              <a:latin typeface="Courier New"/>
              <a:ea typeface="Courier New"/>
              <a:cs typeface="Courier New"/>
              <a:sym typeface="Courier New"/>
            </a:endParaRPr>
          </a:p>
          <a:p>
            <a:pPr marL="0" lvl="0" indent="0" algn="l" rtl="0">
              <a:spcBef>
                <a:spcPts val="0"/>
              </a:spcBef>
              <a:spcAft>
                <a:spcPts val="0"/>
              </a:spcAft>
              <a:buNone/>
            </a:pPr>
            <a:r>
              <a:rPr lang="en-US" sz="1600" b="1">
                <a:solidFill>
                  <a:schemeClr val="dk1"/>
                </a:solidFill>
                <a:highlight>
                  <a:srgbClr val="D5A6BD"/>
                </a:highlight>
                <a:latin typeface="Courier New"/>
                <a:ea typeface="Courier New"/>
                <a:cs typeface="Courier New"/>
                <a:sym typeface="Courier New"/>
              </a:rPr>
              <a:t>#endfor</a:t>
            </a:r>
            <a:endParaRPr sz="1600" b="1">
              <a:solidFill>
                <a:schemeClr val="dk1"/>
              </a:solidFill>
              <a:highlight>
                <a:srgbClr val="D5A6BD"/>
              </a:highlight>
              <a:latin typeface="Courier New"/>
              <a:ea typeface="Courier New"/>
              <a:cs typeface="Courier New"/>
              <a:sym typeface="Courier New"/>
            </a:endParaRPr>
          </a:p>
          <a:p>
            <a:pPr marL="0" lvl="0" indent="0" algn="l" rtl="0">
              <a:spcBef>
                <a:spcPts val="0"/>
              </a:spcBef>
              <a:spcAft>
                <a:spcPts val="0"/>
              </a:spcAft>
              <a:buNone/>
            </a:pPr>
            <a:endParaRPr sz="16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600" b="1">
                <a:solidFill>
                  <a:schemeClr val="dk1"/>
                </a:solidFill>
                <a:highlight>
                  <a:srgbClr val="D5A6BD"/>
                </a:highlight>
                <a:latin typeface="Courier New"/>
                <a:ea typeface="Courier New"/>
                <a:cs typeface="Courier New"/>
                <a:sym typeface="Courier New"/>
              </a:rPr>
              <a:t>{# this is a multi-line</a:t>
            </a:r>
            <a:endParaRPr sz="1600" b="1">
              <a:solidFill>
                <a:schemeClr val="dk1"/>
              </a:solidFill>
              <a:highlight>
                <a:srgbClr val="D5A6BD"/>
              </a:highlight>
              <a:latin typeface="Courier New"/>
              <a:ea typeface="Courier New"/>
              <a:cs typeface="Courier New"/>
              <a:sym typeface="Courier New"/>
            </a:endParaRPr>
          </a:p>
          <a:p>
            <a:pPr marL="0" lvl="0" indent="0" algn="l" rtl="0">
              <a:spcBef>
                <a:spcPts val="0"/>
              </a:spcBef>
              <a:spcAft>
                <a:spcPts val="0"/>
              </a:spcAft>
              <a:buNone/>
            </a:pPr>
            <a:r>
              <a:rPr lang="en-US" sz="1600" b="1">
                <a:solidFill>
                  <a:schemeClr val="dk1"/>
                </a:solidFill>
                <a:highlight>
                  <a:srgbClr val="D5A6BD"/>
                </a:highlight>
                <a:latin typeface="Courier New"/>
                <a:ea typeface="Courier New"/>
                <a:cs typeface="Courier New"/>
                <a:sym typeface="Courier New"/>
              </a:rPr>
              <a:t>a comment #}</a:t>
            </a:r>
            <a:endParaRPr sz="1600" b="1">
              <a:solidFill>
                <a:schemeClr val="dk1"/>
              </a:solidFill>
              <a:highlight>
                <a:srgbClr val="D5A6BD"/>
              </a:highlight>
              <a:latin typeface="Courier New"/>
              <a:ea typeface="Courier New"/>
              <a:cs typeface="Courier New"/>
              <a:sym typeface="Courier New"/>
            </a:endParaRPr>
          </a:p>
          <a:p>
            <a:pPr marL="0" lvl="0" indent="0" algn="l" rtl="0">
              <a:spcBef>
                <a:spcPts val="0"/>
              </a:spcBef>
              <a:spcAft>
                <a:spcPts val="0"/>
              </a:spcAft>
              <a:buNone/>
            </a:pPr>
            <a:endParaRPr sz="2500" b="1">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g2cdd4e861a5_0_0"/>
          <p:cNvSpPr txBox="1">
            <a:spLocks noGrp="1"/>
          </p:cNvSpPr>
          <p:nvPr>
            <p:ph type="title"/>
          </p:nvPr>
        </p:nvSpPr>
        <p:spPr>
          <a:xfrm>
            <a:off x="311700" y="172250"/>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US" sz="2720" b="1" dirty="0" err="1"/>
              <a:t>SQLAlchemy</a:t>
            </a:r>
            <a:endParaRPr sz="2720" b="1" dirty="0"/>
          </a:p>
        </p:txBody>
      </p:sp>
      <p:sp>
        <p:nvSpPr>
          <p:cNvPr id="181" name="Google Shape;181;g2cdd4e861a5_0_0"/>
          <p:cNvSpPr txBox="1">
            <a:spLocks noGrp="1"/>
          </p:cNvSpPr>
          <p:nvPr>
            <p:ph type="body" idx="1"/>
          </p:nvPr>
        </p:nvSpPr>
        <p:spPr>
          <a:xfrm>
            <a:off x="311700" y="874850"/>
            <a:ext cx="8520600" cy="4108500"/>
          </a:xfrm>
          <a:prstGeom prst="rect">
            <a:avLst/>
          </a:prstGeom>
        </p:spPr>
        <p:txBody>
          <a:bodyPr spcFirstLastPara="1" wrap="square" lIns="91425" tIns="91425" rIns="91425" bIns="91425" anchor="t" anchorCtr="0">
            <a:normAutofit/>
          </a:bodyPr>
          <a:lstStyle/>
          <a:p>
            <a:pPr marL="457200" lvl="0" indent="-323850" algn="l" rtl="0">
              <a:lnSpc>
                <a:spcPct val="100000"/>
              </a:lnSpc>
              <a:spcBef>
                <a:spcPts val="1000"/>
              </a:spcBef>
              <a:spcAft>
                <a:spcPts val="0"/>
              </a:spcAft>
              <a:buClr>
                <a:srgbClr val="464646"/>
              </a:buClr>
              <a:buSzPts val="1500"/>
              <a:buChar char="●"/>
            </a:pPr>
            <a:r>
              <a:rPr lang="en-US" sz="1500" dirty="0" err="1">
                <a:solidFill>
                  <a:srgbClr val="464646"/>
                </a:solidFill>
                <a:highlight>
                  <a:srgbClr val="FDFDFD"/>
                </a:highlight>
              </a:rPr>
              <a:t>SQLAlchemy</a:t>
            </a:r>
            <a:r>
              <a:rPr lang="en-US" sz="1500" dirty="0">
                <a:solidFill>
                  <a:srgbClr val="464646"/>
                </a:solidFill>
                <a:highlight>
                  <a:srgbClr val="FDFDFD"/>
                </a:highlight>
              </a:rPr>
              <a:t> is the </a:t>
            </a:r>
            <a:r>
              <a:rPr lang="en-US" sz="1500" b="1" dirty="0">
                <a:solidFill>
                  <a:srgbClr val="464646"/>
                </a:solidFill>
                <a:highlight>
                  <a:srgbClr val="FDFDFD"/>
                </a:highlight>
              </a:rPr>
              <a:t>Python SQL toolkit</a:t>
            </a:r>
            <a:r>
              <a:rPr lang="en-US" sz="1500" dirty="0">
                <a:solidFill>
                  <a:srgbClr val="464646"/>
                </a:solidFill>
                <a:highlight>
                  <a:srgbClr val="FDFDFD"/>
                </a:highlight>
              </a:rPr>
              <a:t> and </a:t>
            </a:r>
            <a:r>
              <a:rPr lang="en-US" sz="1500" b="1" dirty="0">
                <a:solidFill>
                  <a:srgbClr val="464646"/>
                </a:solidFill>
                <a:highlight>
                  <a:srgbClr val="FDFDFD"/>
                </a:highlight>
              </a:rPr>
              <a:t>Object Relational Mapper</a:t>
            </a:r>
            <a:r>
              <a:rPr lang="en-US" sz="1500" dirty="0">
                <a:solidFill>
                  <a:srgbClr val="464646"/>
                </a:solidFill>
                <a:highlight>
                  <a:srgbClr val="FDFDFD"/>
                </a:highlight>
              </a:rPr>
              <a:t> that gives application developers the full </a:t>
            </a:r>
            <a:r>
              <a:rPr lang="en-US" sz="1500" b="1" dirty="0">
                <a:solidFill>
                  <a:srgbClr val="464646"/>
                </a:solidFill>
                <a:highlight>
                  <a:srgbClr val="FDFDFD"/>
                </a:highlight>
              </a:rPr>
              <a:t>power and flexibility of SQL. </a:t>
            </a:r>
            <a:endParaRPr sz="1500" b="1" dirty="0">
              <a:solidFill>
                <a:srgbClr val="464646"/>
              </a:solidFill>
              <a:highlight>
                <a:srgbClr val="FDFDFD"/>
              </a:highlight>
            </a:endParaRPr>
          </a:p>
          <a:p>
            <a:pPr marL="457200" lvl="0" indent="-323850" algn="l" rtl="0">
              <a:lnSpc>
                <a:spcPct val="100000"/>
              </a:lnSpc>
              <a:spcBef>
                <a:spcPts val="1000"/>
              </a:spcBef>
              <a:spcAft>
                <a:spcPts val="0"/>
              </a:spcAft>
              <a:buClr>
                <a:srgbClr val="464646"/>
              </a:buClr>
              <a:buSzPts val="1500"/>
              <a:buChar char="●"/>
            </a:pPr>
            <a:r>
              <a:rPr lang="en-US" sz="1500" dirty="0" err="1">
                <a:solidFill>
                  <a:srgbClr val="464646"/>
                </a:solidFill>
                <a:highlight>
                  <a:srgbClr val="FDFDFD"/>
                </a:highlight>
              </a:rPr>
              <a:t>SQLAlchemy</a:t>
            </a:r>
            <a:r>
              <a:rPr lang="en-US" sz="1500" dirty="0">
                <a:solidFill>
                  <a:srgbClr val="464646"/>
                </a:solidFill>
                <a:highlight>
                  <a:srgbClr val="FDFDFD"/>
                </a:highlight>
              </a:rPr>
              <a:t> provides a full suite of well known </a:t>
            </a:r>
            <a:r>
              <a:rPr lang="en-US" sz="1500" b="1" dirty="0">
                <a:solidFill>
                  <a:srgbClr val="464646"/>
                </a:solidFill>
                <a:highlight>
                  <a:srgbClr val="FDFDFD"/>
                </a:highlight>
              </a:rPr>
              <a:t>enterprise-level persistence patterns,</a:t>
            </a:r>
            <a:r>
              <a:rPr lang="en-US" sz="1500" dirty="0">
                <a:solidFill>
                  <a:srgbClr val="464646"/>
                </a:solidFill>
                <a:highlight>
                  <a:srgbClr val="FDFDFD"/>
                </a:highlight>
              </a:rPr>
              <a:t> designed for </a:t>
            </a:r>
            <a:r>
              <a:rPr lang="en-US" sz="1500" b="1" dirty="0">
                <a:solidFill>
                  <a:srgbClr val="464646"/>
                </a:solidFill>
                <a:highlight>
                  <a:srgbClr val="FDFDFD"/>
                </a:highlight>
              </a:rPr>
              <a:t>efficient and high-performing database access,</a:t>
            </a:r>
            <a:r>
              <a:rPr lang="en-US" sz="1500" dirty="0">
                <a:solidFill>
                  <a:srgbClr val="464646"/>
                </a:solidFill>
                <a:highlight>
                  <a:srgbClr val="FDFDFD"/>
                </a:highlight>
              </a:rPr>
              <a:t> adapted into a </a:t>
            </a:r>
            <a:r>
              <a:rPr lang="en-US" sz="1500" b="1" dirty="0">
                <a:solidFill>
                  <a:srgbClr val="464646"/>
                </a:solidFill>
                <a:highlight>
                  <a:srgbClr val="FDFDFD"/>
                </a:highlight>
              </a:rPr>
              <a:t>simple and </a:t>
            </a:r>
            <a:r>
              <a:rPr lang="en-US" sz="1500" b="1" dirty="0" err="1">
                <a:solidFill>
                  <a:srgbClr val="464646"/>
                </a:solidFill>
                <a:highlight>
                  <a:srgbClr val="FDFDFD"/>
                </a:highlight>
              </a:rPr>
              <a:t>Pythonic</a:t>
            </a:r>
            <a:r>
              <a:rPr lang="en-US" sz="1500" b="1" dirty="0">
                <a:solidFill>
                  <a:srgbClr val="464646"/>
                </a:solidFill>
                <a:highlight>
                  <a:srgbClr val="FDFDFD"/>
                </a:highlight>
              </a:rPr>
              <a:t> domain language.</a:t>
            </a:r>
            <a:endParaRPr sz="1500" b="1" dirty="0">
              <a:solidFill>
                <a:srgbClr val="464646"/>
              </a:solidFill>
              <a:highlight>
                <a:srgbClr val="FDFDFD"/>
              </a:highlight>
            </a:endParaRPr>
          </a:p>
          <a:p>
            <a:pPr marL="457200" lvl="0" indent="-323850" algn="l" rtl="0">
              <a:lnSpc>
                <a:spcPct val="100000"/>
              </a:lnSpc>
              <a:spcBef>
                <a:spcPts val="1000"/>
              </a:spcBef>
              <a:spcAft>
                <a:spcPts val="0"/>
              </a:spcAft>
              <a:buClr>
                <a:srgbClr val="464646"/>
              </a:buClr>
              <a:buSzPts val="1500"/>
              <a:buChar char="●"/>
            </a:pPr>
            <a:r>
              <a:rPr lang="en-US" sz="1500" dirty="0">
                <a:solidFill>
                  <a:srgbClr val="464646"/>
                </a:solidFill>
                <a:highlight>
                  <a:srgbClr val="FDFDFD"/>
                </a:highlight>
              </a:rPr>
              <a:t>It has adopted the </a:t>
            </a:r>
            <a:r>
              <a:rPr lang="en-US" sz="1500" b="1" dirty="0">
                <a:solidFill>
                  <a:srgbClr val="464646"/>
                </a:solidFill>
                <a:highlight>
                  <a:srgbClr val="FDFDFD"/>
                </a:highlight>
              </a:rPr>
              <a:t>data mapper pattern </a:t>
            </a:r>
            <a:r>
              <a:rPr lang="en-US" sz="1500" dirty="0">
                <a:solidFill>
                  <a:srgbClr val="464646"/>
                </a:solidFill>
                <a:highlight>
                  <a:srgbClr val="FDFDFD"/>
                </a:highlight>
              </a:rPr>
              <a:t>(like Hibernate) rather than the </a:t>
            </a:r>
            <a:r>
              <a:rPr lang="en-US" sz="1500" b="1" dirty="0">
                <a:solidFill>
                  <a:srgbClr val="464646"/>
                </a:solidFill>
                <a:highlight>
                  <a:srgbClr val="FDFDFD"/>
                </a:highlight>
              </a:rPr>
              <a:t>active record pattern</a:t>
            </a:r>
            <a:r>
              <a:rPr lang="en-US" sz="1500" dirty="0">
                <a:solidFill>
                  <a:srgbClr val="464646"/>
                </a:solidFill>
                <a:highlight>
                  <a:srgbClr val="FDFDFD"/>
                </a:highlight>
              </a:rPr>
              <a:t> used by a number of other ORMs. Databases and SQL will be viewed in a different perspective using </a:t>
            </a:r>
            <a:r>
              <a:rPr lang="en-US" sz="1500" dirty="0" err="1">
                <a:solidFill>
                  <a:srgbClr val="464646"/>
                </a:solidFill>
                <a:highlight>
                  <a:srgbClr val="FDFDFD"/>
                </a:highlight>
              </a:rPr>
              <a:t>SQLAlchemy</a:t>
            </a:r>
            <a:r>
              <a:rPr lang="en-US" sz="1500" dirty="0">
                <a:solidFill>
                  <a:srgbClr val="464646"/>
                </a:solidFill>
                <a:highlight>
                  <a:srgbClr val="FDFDFD"/>
                </a:highlight>
              </a:rPr>
              <a:t>.</a:t>
            </a:r>
            <a:endParaRPr sz="1500" dirty="0">
              <a:solidFill>
                <a:srgbClr val="464646"/>
              </a:solidFill>
              <a:highlight>
                <a:srgbClr val="FDFDFD"/>
              </a:highlight>
            </a:endParaRPr>
          </a:p>
          <a:p>
            <a:pPr marL="457200" lvl="0" indent="-323850" algn="l" rtl="0">
              <a:lnSpc>
                <a:spcPct val="100000"/>
              </a:lnSpc>
              <a:spcBef>
                <a:spcPts val="1000"/>
              </a:spcBef>
              <a:spcAft>
                <a:spcPts val="0"/>
              </a:spcAft>
              <a:buClr>
                <a:srgbClr val="464646"/>
              </a:buClr>
              <a:buSzPts val="1500"/>
              <a:buChar char="●"/>
            </a:pPr>
            <a:r>
              <a:rPr lang="en-US" sz="1500" dirty="0" err="1">
                <a:solidFill>
                  <a:srgbClr val="464646"/>
                </a:solidFill>
                <a:highlight>
                  <a:srgbClr val="FDFDFD"/>
                </a:highlight>
              </a:rPr>
              <a:t>SQLAlchemy</a:t>
            </a:r>
            <a:r>
              <a:rPr lang="en-US" sz="1500" dirty="0">
                <a:solidFill>
                  <a:srgbClr val="464646"/>
                </a:solidFill>
                <a:highlight>
                  <a:srgbClr val="FDFDFD"/>
                </a:highlight>
              </a:rPr>
              <a:t> core includes</a:t>
            </a:r>
            <a:r>
              <a:rPr lang="en-US" sz="1500" b="1" dirty="0">
                <a:solidFill>
                  <a:srgbClr val="464646"/>
                </a:solidFill>
                <a:highlight>
                  <a:srgbClr val="FDFDFD"/>
                </a:highlight>
              </a:rPr>
              <a:t> SQL rendering engine, DBAPI integration, transaction integration, and schema description services</a:t>
            </a:r>
            <a:r>
              <a:rPr lang="en-US" sz="1500" dirty="0">
                <a:solidFill>
                  <a:srgbClr val="464646"/>
                </a:solidFill>
                <a:highlight>
                  <a:srgbClr val="FDFDFD"/>
                </a:highlight>
              </a:rPr>
              <a:t>. </a:t>
            </a:r>
            <a:endParaRPr sz="1500" dirty="0">
              <a:solidFill>
                <a:srgbClr val="464646"/>
              </a:solidFill>
              <a:highlight>
                <a:srgbClr val="FDFDFD"/>
              </a:highlight>
            </a:endParaRPr>
          </a:p>
          <a:p>
            <a:pPr marL="0" lvl="0" indent="0" algn="l" rtl="0">
              <a:lnSpc>
                <a:spcPct val="100000"/>
              </a:lnSpc>
              <a:spcBef>
                <a:spcPts val="1000"/>
              </a:spcBef>
              <a:spcAft>
                <a:spcPts val="0"/>
              </a:spcAft>
              <a:buNone/>
            </a:pPr>
            <a:endParaRPr sz="1500" dirty="0">
              <a:solidFill>
                <a:srgbClr val="464646"/>
              </a:solidFill>
              <a:highlight>
                <a:srgbClr val="FDFDFD"/>
              </a:highlight>
            </a:endParaRPr>
          </a:p>
          <a:p>
            <a:pPr marL="0" lvl="0" indent="0" algn="l" rtl="0">
              <a:lnSpc>
                <a:spcPct val="100000"/>
              </a:lnSpc>
              <a:spcBef>
                <a:spcPts val="1000"/>
              </a:spcBef>
              <a:spcAft>
                <a:spcPts val="0"/>
              </a:spcAft>
              <a:buNone/>
            </a:pPr>
            <a:r>
              <a:rPr lang="en-US" sz="1500" b="1" dirty="0" err="1">
                <a:solidFill>
                  <a:srgbClr val="464646"/>
                </a:solidFill>
                <a:highlight>
                  <a:srgbClr val="FDFDFD"/>
                </a:highlight>
              </a:rPr>
              <a:t>SQLAlchemy</a:t>
            </a:r>
            <a:r>
              <a:rPr lang="en-US" sz="1500" b="1" dirty="0">
                <a:solidFill>
                  <a:srgbClr val="464646"/>
                </a:solidFill>
                <a:highlight>
                  <a:srgbClr val="FDFDFD"/>
                </a:highlight>
              </a:rPr>
              <a:t> is the Python SQL toolkit that allows developers to access and manage SQL databases using </a:t>
            </a:r>
            <a:r>
              <a:rPr lang="en-US" sz="1500" b="1" dirty="0" err="1">
                <a:solidFill>
                  <a:srgbClr val="464646"/>
                </a:solidFill>
                <a:highlight>
                  <a:srgbClr val="FDFDFD"/>
                </a:highlight>
              </a:rPr>
              <a:t>Pythonic</a:t>
            </a:r>
            <a:r>
              <a:rPr lang="en-US" sz="1500" b="1" dirty="0">
                <a:solidFill>
                  <a:srgbClr val="464646"/>
                </a:solidFill>
                <a:highlight>
                  <a:srgbClr val="FDFDFD"/>
                </a:highlight>
              </a:rPr>
              <a:t> domain language.</a:t>
            </a:r>
            <a:endParaRPr sz="1500" b="1" dirty="0">
              <a:solidFill>
                <a:srgbClr val="464646"/>
              </a:solidFill>
              <a:highlight>
                <a:srgbClr val="FDFDFD"/>
              </a:highlight>
            </a:endParaRPr>
          </a:p>
          <a:p>
            <a:pPr marL="457200" lvl="0" indent="0" algn="l" rtl="0">
              <a:lnSpc>
                <a:spcPct val="100000"/>
              </a:lnSpc>
              <a:spcBef>
                <a:spcPts val="1000"/>
              </a:spcBef>
              <a:spcAft>
                <a:spcPts val="0"/>
              </a:spcAft>
              <a:buNone/>
            </a:pPr>
            <a:endParaRPr sz="1500" dirty="0">
              <a:solidFill>
                <a:srgbClr val="464646"/>
              </a:solidFill>
              <a:highlight>
                <a:srgbClr val="FDFDFD"/>
              </a:highligh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g2ce452219cd_0_37"/>
          <p:cNvSpPr txBox="1">
            <a:spLocks noGrp="1"/>
          </p:cNvSpPr>
          <p:nvPr>
            <p:ph type="title"/>
          </p:nvPr>
        </p:nvSpPr>
        <p:spPr>
          <a:xfrm>
            <a:off x="246750" y="146275"/>
            <a:ext cx="8520600" cy="572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US" sz="2166" b="1">
                <a:solidFill>
                  <a:srgbClr val="242424"/>
                </a:solidFill>
                <a:highlight>
                  <a:srgbClr val="FFFFFF"/>
                </a:highlight>
                <a:latin typeface="Georgia"/>
                <a:ea typeface="Georgia"/>
                <a:cs typeface="Georgia"/>
                <a:sym typeface="Georgia"/>
              </a:rPr>
              <a:t>Data Mapper Pattern</a:t>
            </a:r>
            <a:endParaRPr sz="3466"/>
          </a:p>
        </p:txBody>
      </p:sp>
      <p:sp>
        <p:nvSpPr>
          <p:cNvPr id="187" name="Google Shape;187;g2ce452219cd_0_37"/>
          <p:cNvSpPr txBox="1">
            <a:spLocks noGrp="1"/>
          </p:cNvSpPr>
          <p:nvPr>
            <p:ph type="body" idx="1"/>
          </p:nvPr>
        </p:nvSpPr>
        <p:spPr>
          <a:xfrm>
            <a:off x="311700" y="718975"/>
            <a:ext cx="8520600" cy="3849900"/>
          </a:xfrm>
          <a:prstGeom prst="rect">
            <a:avLst/>
          </a:prstGeom>
        </p:spPr>
        <p:txBody>
          <a:bodyPr spcFirstLastPara="1" wrap="square" lIns="91425" tIns="91425" rIns="91425" bIns="91425" anchor="t" anchorCtr="0">
            <a:normAutofit/>
          </a:bodyPr>
          <a:lstStyle/>
          <a:p>
            <a:pPr marL="457200" lvl="0" indent="-342900" algn="l" rtl="0">
              <a:lnSpc>
                <a:spcPct val="100000"/>
              </a:lnSpc>
              <a:spcBef>
                <a:spcPts val="1000"/>
              </a:spcBef>
              <a:spcAft>
                <a:spcPts val="0"/>
              </a:spcAft>
              <a:buSzPts val="1800"/>
              <a:buChar char="●"/>
            </a:pPr>
            <a:r>
              <a:rPr lang="en-US" dirty="0"/>
              <a:t>A Data Mapper is a </a:t>
            </a:r>
            <a:r>
              <a:rPr lang="en-US" b="1" dirty="0"/>
              <a:t>Data Access Layer</a:t>
            </a:r>
            <a:r>
              <a:rPr lang="en-US" dirty="0"/>
              <a:t> that performs</a:t>
            </a:r>
            <a:r>
              <a:rPr lang="en-US" b="1" dirty="0"/>
              <a:t> bidirectional transfers</a:t>
            </a:r>
            <a:r>
              <a:rPr lang="en-US" dirty="0"/>
              <a:t> of data between a </a:t>
            </a:r>
            <a:r>
              <a:rPr lang="en-US" b="1" dirty="0"/>
              <a:t>persistent data store </a:t>
            </a:r>
            <a:r>
              <a:rPr lang="en-US" dirty="0"/>
              <a:t>(often a relational database) and an</a:t>
            </a:r>
            <a:r>
              <a:rPr lang="en-US" b="1" dirty="0"/>
              <a:t> in memory data representation </a:t>
            </a:r>
            <a:r>
              <a:rPr lang="en-US" dirty="0"/>
              <a:t>(the domain layer). </a:t>
            </a:r>
            <a:endParaRPr dirty="0"/>
          </a:p>
          <a:p>
            <a:pPr marL="457200" lvl="0" indent="-342900" algn="l" rtl="0">
              <a:lnSpc>
                <a:spcPct val="100000"/>
              </a:lnSpc>
              <a:spcBef>
                <a:spcPts val="1000"/>
              </a:spcBef>
              <a:spcAft>
                <a:spcPts val="0"/>
              </a:spcAft>
              <a:buSzPts val="1800"/>
              <a:buChar char="●"/>
            </a:pPr>
            <a:r>
              <a:rPr lang="en-US" dirty="0"/>
              <a:t>The goal of the pattern is to keep the in memory representation and the persistent data store </a:t>
            </a:r>
            <a:r>
              <a:rPr lang="en-US" b="1" dirty="0"/>
              <a:t>independent of each other </a:t>
            </a:r>
            <a:r>
              <a:rPr lang="en-US" dirty="0"/>
              <a:t>and </a:t>
            </a:r>
            <a:r>
              <a:rPr lang="en-US" b="1" dirty="0"/>
              <a:t>the data mapper</a:t>
            </a:r>
            <a:r>
              <a:rPr lang="en-US" dirty="0"/>
              <a:t> itself. </a:t>
            </a:r>
            <a:endParaRPr dirty="0"/>
          </a:p>
          <a:p>
            <a:pPr marL="457200" lvl="0" indent="-342900" algn="l" rtl="0">
              <a:lnSpc>
                <a:spcPct val="100000"/>
              </a:lnSpc>
              <a:spcBef>
                <a:spcPts val="1000"/>
              </a:spcBef>
              <a:spcAft>
                <a:spcPts val="0"/>
              </a:spcAft>
              <a:buSzPts val="1800"/>
              <a:buChar char="●"/>
            </a:pPr>
            <a:r>
              <a:rPr lang="en-US" dirty="0"/>
              <a:t>The layer is composed of </a:t>
            </a:r>
            <a:r>
              <a:rPr lang="en-US" b="1" dirty="0"/>
              <a:t>one or more mappers </a:t>
            </a:r>
            <a:r>
              <a:rPr lang="en-US" dirty="0"/>
              <a:t>(or Data Access Objects), performing the data transfer. </a:t>
            </a:r>
            <a:endParaRPr dirty="0"/>
          </a:p>
          <a:p>
            <a:pPr marL="457200" lvl="0" indent="-342900" algn="l" rtl="0">
              <a:lnSpc>
                <a:spcPct val="100000"/>
              </a:lnSpc>
              <a:spcBef>
                <a:spcPts val="1000"/>
              </a:spcBef>
              <a:spcAft>
                <a:spcPts val="0"/>
              </a:spcAft>
              <a:buSzPts val="1800"/>
              <a:buChar char="●"/>
            </a:pPr>
            <a:r>
              <a:rPr lang="en-US" dirty="0"/>
              <a:t>Mapper implementations vary in scope. </a:t>
            </a:r>
            <a:r>
              <a:rPr lang="en-US" b="1" dirty="0"/>
              <a:t>Generic mappers </a:t>
            </a:r>
            <a:r>
              <a:rPr lang="en-US" dirty="0"/>
              <a:t>will handle </a:t>
            </a:r>
            <a:r>
              <a:rPr lang="en-US" b="1" dirty="0"/>
              <a:t>many different domain entity types</a:t>
            </a:r>
            <a:r>
              <a:rPr lang="en-US" dirty="0"/>
              <a:t>, </a:t>
            </a:r>
            <a:r>
              <a:rPr lang="en-US" b="1" dirty="0"/>
              <a:t>dedicated mappers</a:t>
            </a:r>
            <a:r>
              <a:rPr lang="en-US" dirty="0"/>
              <a:t> will handle </a:t>
            </a:r>
            <a:r>
              <a:rPr lang="en-US" b="1" dirty="0"/>
              <a:t>one or a few.</a:t>
            </a: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g2ce452219cd_0_4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US" sz="2620" b="1"/>
              <a:t>Difference between the two mappings:</a:t>
            </a:r>
            <a:endParaRPr sz="2620" b="1"/>
          </a:p>
        </p:txBody>
      </p:sp>
      <p:sp>
        <p:nvSpPr>
          <p:cNvPr id="193" name="Google Shape;193;g2ce452219cd_0_4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36550" algn="l" rtl="0">
              <a:spcBef>
                <a:spcPts val="1000"/>
              </a:spcBef>
              <a:spcAft>
                <a:spcPts val="0"/>
              </a:spcAft>
              <a:buClr>
                <a:srgbClr val="242424"/>
              </a:buClr>
              <a:buSzPts val="1700"/>
              <a:buFont typeface="Georgia"/>
              <a:buChar char="●"/>
            </a:pPr>
            <a:r>
              <a:rPr lang="en-US" sz="1700" dirty="0">
                <a:solidFill>
                  <a:srgbClr val="242424"/>
                </a:solidFill>
                <a:highlight>
                  <a:srgbClr val="FFFFFF"/>
                </a:highlight>
                <a:latin typeface="Georgia"/>
                <a:ea typeface="Georgia"/>
                <a:cs typeface="Georgia"/>
                <a:sym typeface="Georgia"/>
              </a:rPr>
              <a:t>The biggest </a:t>
            </a:r>
            <a:r>
              <a:rPr lang="en-US" sz="1700" b="1" dirty="0">
                <a:solidFill>
                  <a:srgbClr val="242424"/>
                </a:solidFill>
                <a:highlight>
                  <a:srgbClr val="FFFFFF"/>
                </a:highlight>
                <a:latin typeface="Georgia"/>
                <a:ea typeface="Georgia"/>
                <a:cs typeface="Georgia"/>
                <a:sym typeface="Georgia"/>
              </a:rPr>
              <a:t>difference </a:t>
            </a:r>
            <a:r>
              <a:rPr lang="en-US" sz="1700" dirty="0">
                <a:solidFill>
                  <a:srgbClr val="242424"/>
                </a:solidFill>
                <a:highlight>
                  <a:srgbClr val="FFFFFF"/>
                </a:highlight>
                <a:latin typeface="Georgia"/>
                <a:ea typeface="Georgia"/>
                <a:cs typeface="Georgia"/>
                <a:sym typeface="Georgia"/>
              </a:rPr>
              <a:t>between the </a:t>
            </a:r>
            <a:r>
              <a:rPr lang="en-US" sz="1700" b="1" dirty="0">
                <a:solidFill>
                  <a:srgbClr val="242424"/>
                </a:solidFill>
                <a:highlight>
                  <a:srgbClr val="FFFFFF"/>
                </a:highlight>
                <a:latin typeface="Georgia"/>
                <a:ea typeface="Georgia"/>
                <a:cs typeface="Georgia"/>
                <a:sym typeface="Georgia"/>
              </a:rPr>
              <a:t>data mapper pattern and the active record pattern</a:t>
            </a:r>
            <a:r>
              <a:rPr lang="en-US" sz="1700" dirty="0">
                <a:solidFill>
                  <a:srgbClr val="242424"/>
                </a:solidFill>
                <a:highlight>
                  <a:srgbClr val="FFFFFF"/>
                </a:highlight>
                <a:latin typeface="Georgia"/>
                <a:ea typeface="Georgia"/>
                <a:cs typeface="Georgia"/>
                <a:sym typeface="Georgia"/>
              </a:rPr>
              <a:t> is that the </a:t>
            </a:r>
            <a:r>
              <a:rPr lang="en-US" sz="1700" b="1" dirty="0">
                <a:solidFill>
                  <a:srgbClr val="242424"/>
                </a:solidFill>
                <a:highlight>
                  <a:srgbClr val="FFFFFF"/>
                </a:highlight>
                <a:latin typeface="Georgia"/>
                <a:ea typeface="Georgia"/>
                <a:cs typeface="Georgia"/>
                <a:sym typeface="Georgia"/>
              </a:rPr>
              <a:t>data mapper is meant to be a layer between the actual business domain of your application and the database that persists its data. </a:t>
            </a:r>
            <a:endParaRPr sz="1700" b="1" dirty="0">
              <a:solidFill>
                <a:srgbClr val="242424"/>
              </a:solidFill>
              <a:highlight>
                <a:srgbClr val="FFFFFF"/>
              </a:highlight>
              <a:latin typeface="Georgia"/>
              <a:ea typeface="Georgia"/>
              <a:cs typeface="Georgia"/>
              <a:sym typeface="Georgia"/>
            </a:endParaRPr>
          </a:p>
          <a:p>
            <a:pPr marL="457200" lvl="0" indent="-336550" algn="l" rtl="0">
              <a:spcBef>
                <a:spcPts val="1000"/>
              </a:spcBef>
              <a:spcAft>
                <a:spcPts val="0"/>
              </a:spcAft>
              <a:buClr>
                <a:srgbClr val="242424"/>
              </a:buClr>
              <a:buSzPts val="1700"/>
              <a:buFont typeface="Georgia"/>
              <a:buChar char="●"/>
            </a:pPr>
            <a:r>
              <a:rPr lang="en-US" sz="1700" dirty="0">
                <a:solidFill>
                  <a:srgbClr val="242424"/>
                </a:solidFill>
                <a:highlight>
                  <a:srgbClr val="FFFFFF"/>
                </a:highlight>
                <a:latin typeface="Georgia"/>
                <a:ea typeface="Georgia"/>
                <a:cs typeface="Georgia"/>
                <a:sym typeface="Georgia"/>
              </a:rPr>
              <a:t>Where</a:t>
            </a:r>
            <a:r>
              <a:rPr lang="en-US" sz="1700" b="1" dirty="0">
                <a:solidFill>
                  <a:srgbClr val="242424"/>
                </a:solidFill>
                <a:highlight>
                  <a:srgbClr val="FFFFFF"/>
                </a:highlight>
                <a:latin typeface="Georgia"/>
                <a:ea typeface="Georgia"/>
                <a:cs typeface="Georgia"/>
                <a:sym typeface="Georgia"/>
              </a:rPr>
              <a:t> active record </a:t>
            </a:r>
            <a:r>
              <a:rPr lang="en-US" sz="1700" dirty="0">
                <a:solidFill>
                  <a:srgbClr val="242424"/>
                </a:solidFill>
                <a:highlight>
                  <a:srgbClr val="FFFFFF"/>
                </a:highlight>
                <a:latin typeface="Georgia"/>
                <a:ea typeface="Georgia"/>
                <a:cs typeface="Georgia"/>
                <a:sym typeface="Georgia"/>
              </a:rPr>
              <a:t>seeks to invisibly</a:t>
            </a:r>
            <a:r>
              <a:rPr lang="en-US" sz="1700" b="1" dirty="0">
                <a:solidFill>
                  <a:srgbClr val="242424"/>
                </a:solidFill>
                <a:highlight>
                  <a:srgbClr val="FFFFFF"/>
                </a:highlight>
                <a:latin typeface="Georgia"/>
                <a:ea typeface="Georgia"/>
                <a:cs typeface="Georgia"/>
                <a:sym typeface="Georgia"/>
              </a:rPr>
              <a:t> bridge the gaps between the two as seamlessly as possible</a:t>
            </a:r>
            <a:r>
              <a:rPr lang="en-US" sz="1700" dirty="0">
                <a:solidFill>
                  <a:srgbClr val="242424"/>
                </a:solidFill>
                <a:highlight>
                  <a:srgbClr val="FFFFFF"/>
                </a:highlight>
                <a:latin typeface="Georgia"/>
                <a:ea typeface="Georgia"/>
                <a:cs typeface="Georgia"/>
                <a:sym typeface="Georgia"/>
              </a:rPr>
              <a:t>, the role of the data mapper is to allow you to consider the two </a:t>
            </a:r>
            <a:r>
              <a:rPr lang="en-US" sz="1700" b="1" dirty="0">
                <a:solidFill>
                  <a:srgbClr val="242424"/>
                </a:solidFill>
                <a:highlight>
                  <a:srgbClr val="FFFFFF"/>
                </a:highlight>
                <a:latin typeface="Georgia"/>
                <a:ea typeface="Georgia"/>
                <a:cs typeface="Georgia"/>
                <a:sym typeface="Georgia"/>
              </a:rPr>
              <a:t>more independently. </a:t>
            </a:r>
            <a:endParaRPr sz="1700" b="1" dirty="0">
              <a:solidFill>
                <a:srgbClr val="242424"/>
              </a:solidFill>
              <a:highlight>
                <a:srgbClr val="FFFFFF"/>
              </a:highlight>
              <a:latin typeface="Georgia"/>
              <a:ea typeface="Georgia"/>
              <a:cs typeface="Georgia"/>
              <a:sym typeface="Georgia"/>
            </a:endParaRPr>
          </a:p>
          <a:p>
            <a:pPr marL="457200" lvl="0" indent="0" algn="l" rtl="0">
              <a:spcBef>
                <a:spcPts val="1000"/>
              </a:spcBef>
              <a:spcAft>
                <a:spcPts val="0"/>
              </a:spcAft>
              <a:buNone/>
            </a:pPr>
            <a:endParaRPr sz="2000" dirty="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2186</Words>
  <Application>Microsoft Office PowerPoint</Application>
  <PresentationFormat>On-screen Show (16:9)</PresentationFormat>
  <Paragraphs>250</Paragraphs>
  <Slides>23</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vt:lpstr>
      <vt:lpstr>Roboto Mono</vt:lpstr>
      <vt:lpstr>Georgia</vt:lpstr>
      <vt:lpstr>Verdana</vt:lpstr>
      <vt:lpstr>Noto Sans Symbols</vt:lpstr>
      <vt:lpstr>Courier New</vt:lpstr>
      <vt:lpstr>Roboto</vt:lpstr>
      <vt:lpstr>Simple Light</vt:lpstr>
      <vt:lpstr>FLASK</vt:lpstr>
      <vt:lpstr>Introduction</vt:lpstr>
      <vt:lpstr>Advantages of Flask</vt:lpstr>
      <vt:lpstr>When Not To Use Flask </vt:lpstr>
      <vt:lpstr>Example Code</vt:lpstr>
      <vt:lpstr>Routing</vt:lpstr>
      <vt:lpstr>Contd.</vt:lpstr>
      <vt:lpstr>Example to understand need of endpoints</vt:lpstr>
      <vt:lpstr>Dynamic Routing</vt:lpstr>
      <vt:lpstr>Multiple Variables in Dynamic Routing : Variable Rules</vt:lpstr>
      <vt:lpstr>URL Building</vt:lpstr>
      <vt:lpstr>url_for example</vt:lpstr>
      <vt:lpstr>Flask HTTP methods</vt:lpstr>
      <vt:lpstr>Example of http methods using flask:</vt:lpstr>
      <vt:lpstr>Error Handling in Flask </vt:lpstr>
      <vt:lpstr>Example</vt:lpstr>
      <vt:lpstr>Template</vt:lpstr>
      <vt:lpstr>Delimiters</vt:lpstr>
      <vt:lpstr>{% ... %} for statements  </vt:lpstr>
      <vt:lpstr>{# ... #} for the comments that are not included in the template output # ... ## for line statements  </vt:lpstr>
      <vt:lpstr>SQLAlchemy</vt:lpstr>
      <vt:lpstr>Data Mapper Pattern</vt:lpstr>
      <vt:lpstr>Difference between the two mappings: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FLASK</dc:title>
  <dc:creator>Komal S</dc:creator>
  <cp:lastModifiedBy>Komal S</cp:lastModifiedBy>
  <cp:revision>1</cp:revision>
  <dcterms:modified xsi:type="dcterms:W3CDTF">2024-04-22T05:13:53Z</dcterms:modified>
</cp:coreProperties>
</file>