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cative.io/answers/what-is-render-in-react-javascript" TargetMode="External"/><Relationship Id="rId2" Type="http://schemas.openxmlformats.org/officeDocument/2006/relationships/hyperlink" Target="https://www.educative.io/answers/what-is-react-j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ducative.io/answers/what-is-d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</a:t>
            </a:r>
            <a:r>
              <a:rPr lang="en-US" smtClean="0"/>
              <a:t>Life cycle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Komal Singh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8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What are lifecycle methods in React?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78612"/>
          </a:xfrm>
        </p:spPr>
        <p:txBody>
          <a:bodyPr>
            <a:normAutofit/>
          </a:bodyPr>
          <a:lstStyle/>
          <a:p>
            <a:r>
              <a:rPr lang="en-US" dirty="0" err="1"/>
              <a:t>React's</a:t>
            </a:r>
            <a:r>
              <a:rPr lang="en-US" dirty="0"/>
              <a:t> component-based architecture empowers developers to create reusable and captivating user interface components.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framework provides a comprehensive suite of lifecycle methods, allowing us to execute customized actions at various stages of a component's lifecycle</a:t>
            </a:r>
            <a:r>
              <a:rPr lang="en-US" dirty="0" smtClean="0"/>
              <a:t>.</a:t>
            </a:r>
          </a:p>
          <a:p>
            <a:r>
              <a:rPr lang="en-US" dirty="0" smtClean="0">
                <a:effectLst/>
              </a:rPr>
              <a:t>In </a:t>
            </a:r>
            <a:r>
              <a:rPr lang="en-US" dirty="0">
                <a:effectLst/>
              </a:rPr>
              <a:t>React, components have a lifecycle that consists of different phases. Each phase has a set of lifecycle methods that are called at specific points in the component's lifecycle. </a:t>
            </a:r>
            <a:endParaRPr lang="en-US" dirty="0" smtClean="0">
              <a:effectLst/>
            </a:endParaRPr>
          </a:p>
          <a:p>
            <a:r>
              <a:rPr lang="en-US" dirty="0" smtClean="0">
                <a:effectLst/>
              </a:rPr>
              <a:t>These </a:t>
            </a:r>
            <a:r>
              <a:rPr lang="en-US" dirty="0">
                <a:effectLst/>
              </a:rPr>
              <a:t>methods allow you to control the component's behavior and perform specific actions at different stages of its lifecycle.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3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15" y="2198220"/>
            <a:ext cx="4971392" cy="41079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55172" y="2572857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Mounting: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when a component is being created and inserted into the DOM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Updating: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phase occurs when a component is re-rendered due to changes in state or props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Unmounting: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the phase when a component is being removed from the DOM.</a:t>
            </a:r>
          </a:p>
        </p:txBody>
      </p:sp>
    </p:spTree>
    <p:extLst>
      <p:ext uri="{BB962C8B-B14F-4D97-AF65-F5344CB8AC3E}">
        <p14:creationId xmlns:p14="http://schemas.microsoft.com/office/powerpoint/2010/main" val="247323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React lifecycle methods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effectLst/>
                <a:hlinkClick r:id="rId2"/>
              </a:rPr>
              <a:t>React </a:t>
            </a:r>
            <a:r>
              <a:rPr lang="en-US" dirty="0">
                <a:effectLst/>
              </a:rPr>
              <a:t>lifecycle methods are predefined functions that are called at various phases of a React component's lifecycle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These methods enable us to do specified actions such as initialization, </a:t>
            </a:r>
            <a:r>
              <a:rPr lang="en-US" dirty="0">
                <a:effectLst/>
                <a:hlinkClick r:id="rId3"/>
              </a:rPr>
              <a:t>rendering</a:t>
            </a:r>
            <a:r>
              <a:rPr lang="en-US" dirty="0">
                <a:effectLst/>
              </a:rPr>
              <a:t>, updating, cleanup, and handling events at various stages of a component's life cycle, from creation to removal from the </a:t>
            </a:r>
            <a:r>
              <a:rPr lang="en-US" dirty="0">
                <a:effectLst/>
                <a:hlinkClick r:id="rId4"/>
              </a:rPr>
              <a:t>DOM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>
                <a:effectLst/>
              </a:rPr>
              <a:t>Each React component undergoes a lifecycle that you can observe and manage through its three primary phases:</a:t>
            </a:r>
          </a:p>
          <a:p>
            <a:r>
              <a:rPr lang="en-US" dirty="0">
                <a:effectLst/>
              </a:rPr>
              <a:t>Component Mounting: The inception of your </a:t>
            </a:r>
            <a:r>
              <a:rPr lang="en-US" dirty="0" smtClean="0">
                <a:effectLst/>
              </a:rPr>
              <a:t>component (birth)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Component Updating: The evolution of your </a:t>
            </a:r>
            <a:r>
              <a:rPr lang="en-US" dirty="0" smtClean="0">
                <a:effectLst/>
              </a:rPr>
              <a:t>component (growth)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Component Unmounting: The conclusion of your component's </a:t>
            </a:r>
            <a:r>
              <a:rPr lang="en-US" dirty="0" smtClean="0">
                <a:effectLst/>
              </a:rPr>
              <a:t>existence (death)</a:t>
            </a: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99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992" y="2095499"/>
            <a:ext cx="10258563" cy="441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7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Component mounting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420350"/>
          </a:xfrm>
        </p:spPr>
        <p:txBody>
          <a:bodyPr/>
          <a:lstStyle/>
          <a:p>
            <a:r>
              <a:rPr lang="en-US" dirty="0"/>
              <a:t>The mounting phase begins when a component is about to be rendered and inserted into the DOM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During this phase, the 3 lifecycle methods are invoked i.e. constructor() , render() , </a:t>
            </a:r>
            <a:r>
              <a:rPr lang="en-US" dirty="0" err="1"/>
              <a:t>componentDidMount</a:t>
            </a:r>
            <a:r>
              <a:rPr lang="en-US" dirty="0" smtClean="0"/>
              <a:t>().</a:t>
            </a:r>
          </a:p>
          <a:p>
            <a:r>
              <a:rPr lang="en-US" dirty="0" smtClean="0"/>
              <a:t>Note: </a:t>
            </a:r>
            <a:r>
              <a:rPr lang="en-US" dirty="0">
                <a:effectLst/>
              </a:rPr>
              <a:t>You can modify the component state within the </a:t>
            </a:r>
            <a:r>
              <a:rPr lang="en-US" dirty="0" err="1">
                <a:effectLst/>
              </a:rPr>
              <a:t>componentDidMount</a:t>
            </a:r>
            <a:r>
              <a:rPr lang="en-US" dirty="0">
                <a:effectLst/>
              </a:rPr>
              <a:t>() method, but it should be done with caution to avoid performance issues.</a:t>
            </a:r>
          </a:p>
          <a:p>
            <a:r>
              <a:rPr lang="en-US" dirty="0" err="1"/>
              <a:t>Constuctor</a:t>
            </a:r>
            <a:r>
              <a:rPr lang="en-US" dirty="0"/>
              <a:t>()</a:t>
            </a:r>
          </a:p>
          <a:p>
            <a:r>
              <a:rPr lang="en-US" dirty="0"/>
              <a:t>When a component is formed, constructor() is the first method that is called. It sets the state of the component and binds event handlers.</a:t>
            </a:r>
          </a:p>
        </p:txBody>
      </p:sp>
    </p:spTree>
    <p:extLst>
      <p:ext uri="{BB962C8B-B14F-4D97-AF65-F5344CB8AC3E}">
        <p14:creationId xmlns:p14="http://schemas.microsoft.com/office/powerpoint/2010/main" val="313029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class </a:t>
            </a:r>
            <a:r>
              <a:rPr lang="en-US" dirty="0" err="1"/>
              <a:t>MyComponent</a:t>
            </a:r>
            <a:r>
              <a:rPr lang="en-US" dirty="0"/>
              <a:t> extends </a:t>
            </a:r>
            <a:r>
              <a:rPr lang="en-US" dirty="0" err="1"/>
              <a:t>React.Component</a:t>
            </a:r>
            <a:r>
              <a:rPr lang="en-US" dirty="0"/>
              <a:t> {</a:t>
            </a:r>
          </a:p>
          <a:p>
            <a:r>
              <a:rPr lang="en-US" dirty="0"/>
              <a:t>  constructor(props) {</a:t>
            </a:r>
          </a:p>
          <a:p>
            <a:r>
              <a:rPr lang="en-US" dirty="0"/>
              <a:t>    super(props);</a:t>
            </a:r>
          </a:p>
          <a:p>
            <a:r>
              <a:rPr lang="en-US" dirty="0"/>
              <a:t>    </a:t>
            </a:r>
            <a:r>
              <a:rPr lang="en-US" dirty="0" err="1"/>
              <a:t>this.state</a:t>
            </a:r>
            <a:r>
              <a:rPr lang="en-US" dirty="0"/>
              <a:t> = {</a:t>
            </a:r>
          </a:p>
          <a:p>
            <a:r>
              <a:rPr lang="en-US" dirty="0"/>
              <a:t>      count: 0</a:t>
            </a:r>
          </a:p>
          <a:p>
            <a:r>
              <a:rPr lang="en-US" dirty="0"/>
              <a:t>    };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// ...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789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5990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Render()</a:t>
            </a:r>
          </a:p>
          <a:p>
            <a:r>
              <a:rPr lang="en-US" dirty="0"/>
              <a:t>Render() method is responsible for rendering the component's JSX representation onto the screen. It returns the JSX code that describes what should be displayed</a:t>
            </a:r>
            <a:r>
              <a:rPr lang="en-US" dirty="0" smtClean="0"/>
              <a:t>.</a:t>
            </a:r>
          </a:p>
          <a:p>
            <a:r>
              <a:rPr lang="en-US" dirty="0"/>
              <a:t>class </a:t>
            </a:r>
            <a:r>
              <a:rPr lang="en-US" dirty="0" err="1"/>
              <a:t>MyComponent</a:t>
            </a:r>
            <a:r>
              <a:rPr lang="en-US" dirty="0"/>
              <a:t> extends </a:t>
            </a:r>
            <a:r>
              <a:rPr lang="en-US" dirty="0" err="1"/>
              <a:t>React.Component</a:t>
            </a:r>
            <a:r>
              <a:rPr lang="en-US" dirty="0"/>
              <a:t> {</a:t>
            </a:r>
          </a:p>
          <a:p>
            <a:r>
              <a:rPr lang="en-US" dirty="0"/>
              <a:t>  render() {</a:t>
            </a:r>
          </a:p>
          <a:p>
            <a:r>
              <a:rPr lang="en-US" dirty="0"/>
              <a:t>    return (</a:t>
            </a:r>
          </a:p>
          <a:p>
            <a:r>
              <a:rPr lang="en-US" dirty="0"/>
              <a:t>      &lt;div&gt;</a:t>
            </a:r>
          </a:p>
          <a:p>
            <a:r>
              <a:rPr lang="en-US" dirty="0"/>
              <a:t>        &lt;h1&gt;Hello, React!&lt;/h1&gt;</a:t>
            </a:r>
          </a:p>
          <a:p>
            <a:r>
              <a:rPr lang="en-US" dirty="0"/>
              <a:t>      &lt;/div&gt;</a:t>
            </a:r>
          </a:p>
          <a:p>
            <a:r>
              <a:rPr lang="en-US" dirty="0"/>
              <a:t>    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// </a:t>
            </a:r>
            <a:r>
              <a:rPr lang="en-US" dirty="0" smtClean="0"/>
              <a:t>...}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92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4714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14400"/>
            <a:ext cx="10353762" cy="585426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ComponentDidMount</a:t>
            </a:r>
            <a:r>
              <a:rPr lang="en-US" dirty="0"/>
              <a:t>()</a:t>
            </a:r>
          </a:p>
          <a:p>
            <a:r>
              <a:rPr lang="en-US" dirty="0" err="1"/>
              <a:t>ComponentDidMount</a:t>
            </a:r>
            <a:r>
              <a:rPr lang="en-US" dirty="0"/>
              <a:t>() method is called immediately after the component is mounted in the DOM. It is commonly used for fetching data from APIs or setting up subscriptions</a:t>
            </a:r>
            <a:r>
              <a:rPr lang="en-US" dirty="0" smtClean="0"/>
              <a:t>.</a:t>
            </a:r>
          </a:p>
          <a:p>
            <a:r>
              <a:rPr lang="en-US" dirty="0"/>
              <a:t>class </a:t>
            </a:r>
            <a:r>
              <a:rPr lang="en-US" dirty="0" err="1"/>
              <a:t>MyComponent</a:t>
            </a:r>
            <a:r>
              <a:rPr lang="en-US" dirty="0"/>
              <a:t> extends </a:t>
            </a:r>
            <a:r>
              <a:rPr lang="en-US" dirty="0" err="1"/>
              <a:t>React.Component</a:t>
            </a:r>
            <a:r>
              <a:rPr lang="en-US" dirty="0"/>
              <a:t> {</a:t>
            </a:r>
          </a:p>
          <a:p>
            <a:r>
              <a:rPr lang="en-US" dirty="0"/>
              <a:t>  </a:t>
            </a:r>
            <a:r>
              <a:rPr lang="en-US" dirty="0" err="1"/>
              <a:t>componentDidMount</a:t>
            </a:r>
            <a:r>
              <a:rPr lang="en-US" dirty="0"/>
              <a:t>() {</a:t>
            </a:r>
          </a:p>
          <a:p>
            <a:r>
              <a:rPr lang="en-US" dirty="0"/>
              <a:t>    // Fetch data from an API</a:t>
            </a:r>
          </a:p>
          <a:p>
            <a:r>
              <a:rPr lang="en-US" dirty="0"/>
              <a:t>    fetch('https://api.example.com/data')</a:t>
            </a:r>
          </a:p>
          <a:p>
            <a:r>
              <a:rPr lang="en-US" dirty="0"/>
              <a:t>      .then(response =&gt; </a:t>
            </a:r>
            <a:r>
              <a:rPr lang="en-US" dirty="0" err="1"/>
              <a:t>response.json</a:t>
            </a:r>
            <a:r>
              <a:rPr lang="en-US" dirty="0"/>
              <a:t>())</a:t>
            </a:r>
          </a:p>
          <a:p>
            <a:r>
              <a:rPr lang="en-US" dirty="0"/>
              <a:t>      .then(data =&gt; {</a:t>
            </a:r>
          </a:p>
          <a:p>
            <a:r>
              <a:rPr lang="en-US" dirty="0"/>
              <a:t>        // Update component state with fetched data</a:t>
            </a:r>
          </a:p>
          <a:p>
            <a:r>
              <a:rPr lang="en-US" dirty="0"/>
              <a:t>        </a:t>
            </a:r>
            <a:r>
              <a:rPr lang="en-US" dirty="0" err="1"/>
              <a:t>this.setState</a:t>
            </a:r>
            <a:r>
              <a:rPr lang="en-US" dirty="0"/>
              <a:t>({ data });</a:t>
            </a:r>
          </a:p>
          <a:p>
            <a:r>
              <a:rPr lang="en-US" dirty="0"/>
              <a:t>      });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// </a:t>
            </a:r>
            <a:r>
              <a:rPr lang="en-US" dirty="0" smtClean="0"/>
              <a:t>...}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75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358524"/>
          </a:xfrm>
        </p:spPr>
        <p:txBody>
          <a:bodyPr/>
          <a:lstStyle/>
          <a:p>
            <a:r>
              <a:rPr lang="en-US" dirty="0"/>
              <a:t>Component updating</a:t>
            </a:r>
          </a:p>
          <a:p>
            <a:r>
              <a:rPr lang="en-US" dirty="0"/>
              <a:t>The updating phase occurs when a component's state or props change. The lifecycle methods involved in this phase are </a:t>
            </a:r>
            <a:r>
              <a:rPr lang="en-US" dirty="0" err="1"/>
              <a:t>shouldComponentUpdate</a:t>
            </a:r>
            <a:r>
              <a:rPr lang="en-US" dirty="0"/>
              <a:t>(), render(),</a:t>
            </a:r>
            <a:r>
              <a:rPr lang="en-US" dirty="0" err="1"/>
              <a:t>componentDidUpdate</a:t>
            </a:r>
            <a:r>
              <a:rPr lang="en-US" dirty="0" smtClean="0"/>
              <a:t>().</a:t>
            </a:r>
          </a:p>
          <a:p>
            <a:r>
              <a:rPr lang="en-US" dirty="0" err="1"/>
              <a:t>ShouldComponentUpdate</a:t>
            </a:r>
            <a:r>
              <a:rPr lang="en-US" dirty="0"/>
              <a:t>()</a:t>
            </a:r>
          </a:p>
          <a:p>
            <a:r>
              <a:rPr lang="en-US" dirty="0" err="1"/>
              <a:t>ShouldComponentUpdate</a:t>
            </a:r>
            <a:r>
              <a:rPr lang="en-US" dirty="0"/>
              <a:t>() method is called before the component is updated, allowing us to optimize performance by determining whether the component should re-render or not. It returns a </a:t>
            </a:r>
            <a:r>
              <a:rPr lang="en-US" dirty="0" err="1"/>
              <a:t>boolean</a:t>
            </a:r>
            <a:r>
              <a:rPr lang="en-US" dirty="0"/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402260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62752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441525"/>
            <a:ext cx="10353762" cy="5185185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MyComponent</a:t>
            </a:r>
            <a:r>
              <a:rPr lang="en-US" dirty="0"/>
              <a:t> extends </a:t>
            </a:r>
            <a:r>
              <a:rPr lang="en-US" dirty="0" err="1"/>
              <a:t>React.Component</a:t>
            </a:r>
            <a:r>
              <a:rPr lang="en-US" dirty="0"/>
              <a:t> {</a:t>
            </a:r>
          </a:p>
          <a:p>
            <a:r>
              <a:rPr lang="en-US" dirty="0"/>
              <a:t>  </a:t>
            </a:r>
            <a:r>
              <a:rPr lang="en-US" dirty="0" err="1"/>
              <a:t>shouldComponentUpdate</a:t>
            </a:r>
            <a:r>
              <a:rPr lang="en-US" dirty="0"/>
              <a:t>(</a:t>
            </a:r>
            <a:r>
              <a:rPr lang="en-US" dirty="0" err="1"/>
              <a:t>nextProps</a:t>
            </a:r>
            <a:r>
              <a:rPr lang="en-US" dirty="0"/>
              <a:t>, </a:t>
            </a:r>
            <a:r>
              <a:rPr lang="en-US" dirty="0" err="1"/>
              <a:t>nextState</a:t>
            </a:r>
            <a:r>
              <a:rPr lang="en-US" dirty="0"/>
              <a:t>) {</a:t>
            </a:r>
          </a:p>
          <a:p>
            <a:r>
              <a:rPr lang="en-US" dirty="0"/>
              <a:t>    // Perform custom logic to decide whether to re-render or not</a:t>
            </a:r>
          </a:p>
          <a:p>
            <a:r>
              <a:rPr lang="en-US" dirty="0"/>
              <a:t>    if (</a:t>
            </a:r>
            <a:r>
              <a:rPr lang="en-US" dirty="0" err="1"/>
              <a:t>this.props.value</a:t>
            </a:r>
            <a:r>
              <a:rPr lang="en-US" dirty="0"/>
              <a:t> === </a:t>
            </a:r>
            <a:r>
              <a:rPr lang="en-US" dirty="0" err="1"/>
              <a:t>nextProps.value</a:t>
            </a:r>
            <a:r>
              <a:rPr lang="en-US" dirty="0"/>
              <a:t>) {</a:t>
            </a:r>
          </a:p>
          <a:p>
            <a:r>
              <a:rPr lang="en-US" dirty="0"/>
              <a:t>      return false; // Do not re-render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true; // Re-render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// ...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26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ComponentDidUpdate</a:t>
            </a:r>
            <a:r>
              <a:rPr lang="en-US" dirty="0"/>
              <a:t>()</a:t>
            </a:r>
          </a:p>
          <a:p>
            <a:r>
              <a:rPr lang="en-US" dirty="0" err="1"/>
              <a:t>componentDidUpdate</a:t>
            </a:r>
            <a:r>
              <a:rPr lang="en-US" dirty="0"/>
              <a:t>() method is called immediately after the component is updated in the DOM. It is commonly used for performing side effects or updating the DOM based on new props or states</a:t>
            </a:r>
            <a:r>
              <a:rPr lang="en-US" dirty="0" smtClean="0"/>
              <a:t>.</a:t>
            </a:r>
          </a:p>
          <a:p>
            <a:r>
              <a:rPr lang="en-US" dirty="0"/>
              <a:t>Component unmounting</a:t>
            </a:r>
          </a:p>
          <a:p>
            <a:r>
              <a:rPr lang="en-US" dirty="0"/>
              <a:t>The unmounting phase occurs when a component is about to be removed from the DOM. The lifecycle method involved in this phase is </a:t>
            </a:r>
            <a:r>
              <a:rPr lang="en-US" dirty="0" err="1"/>
              <a:t>componentWillUnmount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321353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4714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45931"/>
            <a:ext cx="10353762" cy="484526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ComponentWillUnmount</a:t>
            </a:r>
            <a:r>
              <a:rPr lang="en-US" dirty="0"/>
              <a:t>()</a:t>
            </a:r>
          </a:p>
          <a:p>
            <a:r>
              <a:rPr lang="en-US" dirty="0" err="1"/>
              <a:t>componentWillUnmount</a:t>
            </a:r>
            <a:r>
              <a:rPr lang="en-US" dirty="0"/>
              <a:t>() method is called just before a component is unmounted. It allows us to perform necessary cleanup tasks, such as removing event listeners or canceling subscriptions, to avoid memory leaks</a:t>
            </a:r>
            <a:r>
              <a:rPr lang="en-US" dirty="0" smtClean="0"/>
              <a:t>.</a:t>
            </a:r>
          </a:p>
          <a:p>
            <a:r>
              <a:rPr lang="en-US" dirty="0"/>
              <a:t>class </a:t>
            </a:r>
            <a:r>
              <a:rPr lang="en-US" dirty="0" err="1"/>
              <a:t>MyComponent</a:t>
            </a:r>
            <a:r>
              <a:rPr lang="en-US" dirty="0"/>
              <a:t> extends </a:t>
            </a:r>
            <a:r>
              <a:rPr lang="en-US" dirty="0" err="1"/>
              <a:t>React.Component</a:t>
            </a:r>
            <a:r>
              <a:rPr lang="en-US" dirty="0"/>
              <a:t> {</a:t>
            </a:r>
          </a:p>
          <a:p>
            <a:r>
              <a:rPr lang="en-US" dirty="0"/>
              <a:t>  </a:t>
            </a:r>
            <a:r>
              <a:rPr lang="en-US" dirty="0" err="1"/>
              <a:t>componentWillUnmount</a:t>
            </a:r>
            <a:r>
              <a:rPr lang="en-US" dirty="0"/>
              <a:t>() {</a:t>
            </a:r>
          </a:p>
          <a:p>
            <a:r>
              <a:rPr lang="en-US" dirty="0"/>
              <a:t>    // Clean up resources, such as event listeners or subscriptions</a:t>
            </a:r>
          </a:p>
          <a:p>
            <a:r>
              <a:rPr lang="en-US" dirty="0"/>
              <a:t>    </a:t>
            </a:r>
            <a:r>
              <a:rPr lang="en-US" dirty="0" err="1"/>
              <a:t>window.removeEventListener</a:t>
            </a:r>
            <a:r>
              <a:rPr lang="en-US" dirty="0"/>
              <a:t>('scroll', </a:t>
            </a:r>
            <a:r>
              <a:rPr lang="en-US" dirty="0" err="1"/>
              <a:t>this.handleScroll</a:t>
            </a:r>
            <a:r>
              <a:rPr lang="en-US" dirty="0"/>
              <a:t>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// ...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135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174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28</TotalTime>
  <Words>681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Rockwell</vt:lpstr>
      <vt:lpstr>Damask</vt:lpstr>
      <vt:lpstr>React Life cycle</vt:lpstr>
      <vt:lpstr>What are lifecycle methods in React? </vt:lpstr>
      <vt:lpstr>PowerPoint Presentation</vt:lpstr>
      <vt:lpstr>React lifecycle methods </vt:lpstr>
      <vt:lpstr>PowerPoint Presentation</vt:lpstr>
      <vt:lpstr>Component mounting 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js</dc:title>
  <dc:creator>Komal S</dc:creator>
  <cp:lastModifiedBy>Komal S</cp:lastModifiedBy>
  <cp:revision>3</cp:revision>
  <dcterms:created xsi:type="dcterms:W3CDTF">2024-03-06T12:27:14Z</dcterms:created>
  <dcterms:modified xsi:type="dcterms:W3CDTF">2024-03-06T12:55:38Z</dcterms:modified>
</cp:coreProperties>
</file>